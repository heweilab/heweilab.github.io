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4" r:id="rId8"/>
    <p:sldId id="261" r:id="rId9"/>
    <p:sldId id="263" r:id="rId10"/>
    <p:sldId id="262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5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6F3D"/>
    <a:srgbClr val="E8ED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5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ChatGPT Image 2026年6月11日 14_21_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980" y="-6522085"/>
            <a:ext cx="11082020" cy="110820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ChatGPT Image 2026年6月11日 17_22_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9570" y="779780"/>
            <a:ext cx="4308475" cy="4308475"/>
          </a:xfrm>
          <a:prstGeom prst="rect">
            <a:avLst/>
          </a:prstGeom>
        </p:spPr>
      </p:pic>
      <p:sp>
        <p:nvSpPr>
          <p:cNvPr id="12" name="任意多边形 11"/>
          <p:cNvSpPr/>
          <p:nvPr/>
        </p:nvSpPr>
        <p:spPr>
          <a:xfrm>
            <a:off x="6719570" y="1470025"/>
            <a:ext cx="1726565" cy="164020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64" h="2583">
                <a:moveTo>
                  <a:pt x="0" y="0"/>
                </a:moveTo>
                <a:lnTo>
                  <a:pt x="1964" y="0"/>
                </a:lnTo>
                <a:lnTo>
                  <a:pt x="1964" y="2583"/>
                </a:lnTo>
                <a:lnTo>
                  <a:pt x="0" y="2583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9175" y="848995"/>
            <a:ext cx="2952115" cy="3041650"/>
          </a:xfrm>
          <a:prstGeom prst="rect">
            <a:avLst/>
          </a:prstGeom>
        </p:spPr>
      </p:pic>
      <p:sp>
        <p:nvSpPr>
          <p:cNvPr id="15" name="任意多边形 14"/>
          <p:cNvSpPr/>
          <p:nvPr/>
        </p:nvSpPr>
        <p:spPr>
          <a:xfrm>
            <a:off x="6719570" y="2945765"/>
            <a:ext cx="374015" cy="11493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74" h="181">
                <a:moveTo>
                  <a:pt x="0" y="0"/>
                </a:moveTo>
                <a:lnTo>
                  <a:pt x="374" y="0"/>
                </a:lnTo>
                <a:lnTo>
                  <a:pt x="374" y="181"/>
                </a:lnTo>
                <a:lnTo>
                  <a:pt x="0" y="18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6" name="任意多边形 15"/>
          <p:cNvSpPr/>
          <p:nvPr/>
        </p:nvSpPr>
        <p:spPr>
          <a:xfrm>
            <a:off x="9907905" y="4686935"/>
            <a:ext cx="1041400" cy="164020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640" h="2583">
                <a:moveTo>
                  <a:pt x="216" y="0"/>
                </a:moveTo>
                <a:lnTo>
                  <a:pt x="1253" y="0"/>
                </a:lnTo>
                <a:lnTo>
                  <a:pt x="1253" y="181"/>
                </a:lnTo>
                <a:lnTo>
                  <a:pt x="1565" y="181"/>
                </a:lnTo>
                <a:lnTo>
                  <a:pt x="1565" y="0"/>
                </a:lnTo>
                <a:lnTo>
                  <a:pt x="1640" y="0"/>
                </a:lnTo>
                <a:lnTo>
                  <a:pt x="1640" y="2583"/>
                </a:lnTo>
                <a:lnTo>
                  <a:pt x="0" y="2583"/>
                </a:lnTo>
                <a:lnTo>
                  <a:pt x="0" y="199"/>
                </a:lnTo>
                <a:lnTo>
                  <a:pt x="216" y="199"/>
                </a:lnTo>
                <a:lnTo>
                  <a:pt x="216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/>
        </p:nvSpPr>
        <p:spPr>
          <a:xfrm>
            <a:off x="5393690" y="1021080"/>
            <a:ext cx="137160" cy="1263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16" h="199">
                <a:moveTo>
                  <a:pt x="0" y="0"/>
                </a:moveTo>
                <a:lnTo>
                  <a:pt x="216" y="0"/>
                </a:lnTo>
                <a:lnTo>
                  <a:pt x="216" y="199"/>
                </a:lnTo>
                <a:lnTo>
                  <a:pt x="0" y="19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/>
        </p:nvSpPr>
        <p:spPr>
          <a:xfrm>
            <a:off x="6986270" y="2665095"/>
            <a:ext cx="107315" cy="28067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74" h="181">
                <a:moveTo>
                  <a:pt x="0" y="0"/>
                </a:moveTo>
                <a:lnTo>
                  <a:pt x="374" y="0"/>
                </a:lnTo>
                <a:lnTo>
                  <a:pt x="374" y="181"/>
                </a:lnTo>
                <a:lnTo>
                  <a:pt x="0" y="18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9" name="任意多边形 18"/>
          <p:cNvSpPr/>
          <p:nvPr/>
        </p:nvSpPr>
        <p:spPr>
          <a:xfrm>
            <a:off x="7084695" y="2665095"/>
            <a:ext cx="265430" cy="11493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74" h="181">
                <a:moveTo>
                  <a:pt x="0" y="0"/>
                </a:moveTo>
                <a:lnTo>
                  <a:pt x="374" y="0"/>
                </a:lnTo>
                <a:lnTo>
                  <a:pt x="374" y="181"/>
                </a:lnTo>
                <a:lnTo>
                  <a:pt x="0" y="18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1" name="任意多边形 20"/>
          <p:cNvSpPr/>
          <p:nvPr/>
        </p:nvSpPr>
        <p:spPr>
          <a:xfrm>
            <a:off x="6849110" y="2819400"/>
            <a:ext cx="137160" cy="1263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16" h="199">
                <a:moveTo>
                  <a:pt x="0" y="0"/>
                </a:moveTo>
                <a:lnTo>
                  <a:pt x="216" y="0"/>
                </a:lnTo>
                <a:lnTo>
                  <a:pt x="216" y="199"/>
                </a:lnTo>
                <a:lnTo>
                  <a:pt x="0" y="19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4" name="任意多边形 23"/>
          <p:cNvSpPr/>
          <p:nvPr/>
        </p:nvSpPr>
        <p:spPr>
          <a:xfrm>
            <a:off x="8297057" y="4074795"/>
            <a:ext cx="32238" cy="11493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" h="181">
                <a:moveTo>
                  <a:pt x="0" y="0"/>
                </a:moveTo>
                <a:lnTo>
                  <a:pt x="51" y="0"/>
                </a:lnTo>
                <a:lnTo>
                  <a:pt x="51" y="181"/>
                </a:lnTo>
                <a:lnTo>
                  <a:pt x="40" y="18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5" name="任意多边形 24"/>
          <p:cNvSpPr/>
          <p:nvPr/>
        </p:nvSpPr>
        <p:spPr>
          <a:xfrm>
            <a:off x="7320426" y="2780030"/>
            <a:ext cx="237344" cy="11493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74" h="181">
                <a:moveTo>
                  <a:pt x="0" y="0"/>
                </a:moveTo>
                <a:lnTo>
                  <a:pt x="374" y="0"/>
                </a:lnTo>
                <a:lnTo>
                  <a:pt x="374" y="181"/>
                </a:lnTo>
                <a:lnTo>
                  <a:pt x="0" y="18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8" name="任意多边形 27"/>
          <p:cNvSpPr/>
          <p:nvPr/>
        </p:nvSpPr>
        <p:spPr>
          <a:xfrm>
            <a:off x="6111240" y="1824990"/>
            <a:ext cx="847090" cy="119634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334" h="1884">
                <a:moveTo>
                  <a:pt x="0" y="0"/>
                </a:moveTo>
                <a:lnTo>
                  <a:pt x="374" y="0"/>
                </a:lnTo>
                <a:lnTo>
                  <a:pt x="374" y="771"/>
                </a:lnTo>
                <a:lnTo>
                  <a:pt x="960" y="771"/>
                </a:lnTo>
                <a:lnTo>
                  <a:pt x="960" y="0"/>
                </a:lnTo>
                <a:lnTo>
                  <a:pt x="1334" y="0"/>
                </a:lnTo>
                <a:lnTo>
                  <a:pt x="1334" y="1504"/>
                </a:lnTo>
                <a:lnTo>
                  <a:pt x="1118" y="1504"/>
                </a:lnTo>
                <a:lnTo>
                  <a:pt x="1118" y="1703"/>
                </a:lnTo>
                <a:lnTo>
                  <a:pt x="960" y="1703"/>
                </a:lnTo>
                <a:lnTo>
                  <a:pt x="960" y="1113"/>
                </a:lnTo>
                <a:lnTo>
                  <a:pt x="374" y="1113"/>
                </a:lnTo>
                <a:lnTo>
                  <a:pt x="374" y="1884"/>
                </a:lnTo>
                <a:lnTo>
                  <a:pt x="0" y="188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4210050" y="5157470"/>
            <a:ext cx="1726565" cy="164020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719" h="2583">
                <a:moveTo>
                  <a:pt x="526" y="607"/>
                </a:moveTo>
                <a:lnTo>
                  <a:pt x="881" y="1938"/>
                </a:lnTo>
                <a:lnTo>
                  <a:pt x="1209" y="1938"/>
                </a:lnTo>
                <a:lnTo>
                  <a:pt x="1441" y="1070"/>
                </a:lnTo>
                <a:cubicBezTo>
                  <a:pt x="1451" y="1032"/>
                  <a:pt x="1459" y="983"/>
                  <a:pt x="1465" y="923"/>
                </a:cubicBezTo>
                <a:lnTo>
                  <a:pt x="1468" y="923"/>
                </a:lnTo>
                <a:cubicBezTo>
                  <a:pt x="1470" y="974"/>
                  <a:pt x="1478" y="1023"/>
                  <a:pt x="1490" y="1070"/>
                </a:cubicBezTo>
                <a:lnTo>
                  <a:pt x="1717" y="1938"/>
                </a:lnTo>
                <a:lnTo>
                  <a:pt x="2032" y="1938"/>
                </a:lnTo>
                <a:lnTo>
                  <a:pt x="2387" y="607"/>
                </a:lnTo>
                <a:lnTo>
                  <a:pt x="2099" y="607"/>
                </a:lnTo>
                <a:lnTo>
                  <a:pt x="1906" y="1511"/>
                </a:lnTo>
                <a:cubicBezTo>
                  <a:pt x="1895" y="1558"/>
                  <a:pt x="1888" y="1607"/>
                  <a:pt x="1886" y="1657"/>
                </a:cubicBezTo>
                <a:lnTo>
                  <a:pt x="1882" y="1657"/>
                </a:lnTo>
                <a:cubicBezTo>
                  <a:pt x="1876" y="1599"/>
                  <a:pt x="1869" y="1552"/>
                  <a:pt x="1860" y="1516"/>
                </a:cubicBezTo>
                <a:lnTo>
                  <a:pt x="1635" y="607"/>
                </a:lnTo>
                <a:lnTo>
                  <a:pt x="1333" y="607"/>
                </a:lnTo>
                <a:lnTo>
                  <a:pt x="1086" y="1505"/>
                </a:lnTo>
                <a:cubicBezTo>
                  <a:pt x="1071" y="1560"/>
                  <a:pt x="1062" y="1612"/>
                  <a:pt x="1059" y="1659"/>
                </a:cubicBezTo>
                <a:lnTo>
                  <a:pt x="1053" y="1659"/>
                </a:lnTo>
                <a:cubicBezTo>
                  <a:pt x="1050" y="1599"/>
                  <a:pt x="1044" y="1549"/>
                  <a:pt x="1035" y="1509"/>
                </a:cubicBezTo>
                <a:lnTo>
                  <a:pt x="837" y="607"/>
                </a:lnTo>
                <a:lnTo>
                  <a:pt x="526" y="607"/>
                </a:lnTo>
                <a:close/>
                <a:moveTo>
                  <a:pt x="0" y="0"/>
                </a:moveTo>
                <a:lnTo>
                  <a:pt x="2719" y="0"/>
                </a:lnTo>
                <a:lnTo>
                  <a:pt x="2719" y="2583"/>
                </a:lnTo>
                <a:lnTo>
                  <a:pt x="0" y="2583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effectLst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8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2" name="任意多边形 31"/>
          <p:cNvSpPr/>
          <p:nvPr/>
        </p:nvSpPr>
        <p:spPr>
          <a:xfrm>
            <a:off x="8031053" y="5088146"/>
            <a:ext cx="266003" cy="312529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19" h="492">
                <a:moveTo>
                  <a:pt x="0" y="0"/>
                </a:moveTo>
                <a:lnTo>
                  <a:pt x="311" y="0"/>
                </a:lnTo>
                <a:lnTo>
                  <a:pt x="419" y="492"/>
                </a:lnTo>
                <a:lnTo>
                  <a:pt x="131" y="49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3" name="任意多边形 32"/>
          <p:cNvSpPr/>
          <p:nvPr/>
        </p:nvSpPr>
        <p:spPr>
          <a:xfrm>
            <a:off x="7229355" y="2215406"/>
            <a:ext cx="1067475" cy="845294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681" h="1331">
                <a:moveTo>
                  <a:pt x="627" y="0"/>
                </a:moveTo>
                <a:lnTo>
                  <a:pt x="929" y="0"/>
                </a:lnTo>
                <a:lnTo>
                  <a:pt x="1154" y="909"/>
                </a:lnTo>
                <a:cubicBezTo>
                  <a:pt x="1163" y="945"/>
                  <a:pt x="1171" y="992"/>
                  <a:pt x="1176" y="1050"/>
                </a:cubicBezTo>
                <a:lnTo>
                  <a:pt x="1180" y="1050"/>
                </a:lnTo>
                <a:cubicBezTo>
                  <a:pt x="1182" y="1000"/>
                  <a:pt x="1189" y="952"/>
                  <a:pt x="1200" y="904"/>
                </a:cubicBezTo>
                <a:lnTo>
                  <a:pt x="1393" y="0"/>
                </a:lnTo>
                <a:lnTo>
                  <a:pt x="1681" y="0"/>
                </a:lnTo>
                <a:lnTo>
                  <a:pt x="1326" y="1331"/>
                </a:lnTo>
                <a:lnTo>
                  <a:pt x="1011" y="1331"/>
                </a:lnTo>
                <a:lnTo>
                  <a:pt x="784" y="463"/>
                </a:lnTo>
                <a:cubicBezTo>
                  <a:pt x="772" y="416"/>
                  <a:pt x="765" y="367"/>
                  <a:pt x="762" y="316"/>
                </a:cubicBezTo>
                <a:lnTo>
                  <a:pt x="759" y="316"/>
                </a:lnTo>
                <a:cubicBezTo>
                  <a:pt x="753" y="376"/>
                  <a:pt x="745" y="425"/>
                  <a:pt x="735" y="463"/>
                </a:cubicBezTo>
                <a:lnTo>
                  <a:pt x="503" y="1331"/>
                </a:lnTo>
                <a:lnTo>
                  <a:pt x="175" y="1331"/>
                </a:lnTo>
                <a:lnTo>
                  <a:pt x="0" y="673"/>
                </a:lnTo>
                <a:lnTo>
                  <a:pt x="279" y="673"/>
                </a:lnTo>
                <a:lnTo>
                  <a:pt x="329" y="902"/>
                </a:lnTo>
                <a:cubicBezTo>
                  <a:pt x="338" y="942"/>
                  <a:pt x="344" y="992"/>
                  <a:pt x="347" y="1052"/>
                </a:cubicBezTo>
                <a:lnTo>
                  <a:pt x="353" y="1052"/>
                </a:lnTo>
                <a:cubicBezTo>
                  <a:pt x="356" y="1005"/>
                  <a:pt x="365" y="954"/>
                  <a:pt x="380" y="898"/>
                </a:cubicBezTo>
                <a:lnTo>
                  <a:pt x="627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4" name="任意多边形 33"/>
          <p:cNvSpPr/>
          <p:nvPr/>
        </p:nvSpPr>
        <p:spPr>
          <a:xfrm>
            <a:off x="7349841" y="2665095"/>
            <a:ext cx="207852" cy="11493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27" h="181">
                <a:moveTo>
                  <a:pt x="0" y="0"/>
                </a:moveTo>
                <a:lnTo>
                  <a:pt x="288" y="0"/>
                </a:lnTo>
                <a:lnTo>
                  <a:pt x="327" y="181"/>
                </a:lnTo>
                <a:lnTo>
                  <a:pt x="48" y="18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5" name="任意多边形 34"/>
          <p:cNvSpPr/>
          <p:nvPr/>
        </p:nvSpPr>
        <p:spPr>
          <a:xfrm>
            <a:off x="8091951" y="4074795"/>
            <a:ext cx="53074" cy="11493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4" h="181">
                <a:moveTo>
                  <a:pt x="0" y="0"/>
                </a:moveTo>
                <a:lnTo>
                  <a:pt x="35" y="0"/>
                </a:lnTo>
                <a:lnTo>
                  <a:pt x="84" y="181"/>
                </a:lnTo>
                <a:lnTo>
                  <a:pt x="0" y="18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6" name="任意多边形 35"/>
          <p:cNvSpPr/>
          <p:nvPr/>
        </p:nvSpPr>
        <p:spPr>
          <a:xfrm>
            <a:off x="6483985" y="5339715"/>
            <a:ext cx="248285" cy="19939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74" h="181">
                <a:moveTo>
                  <a:pt x="0" y="0"/>
                </a:moveTo>
                <a:lnTo>
                  <a:pt x="374" y="0"/>
                </a:lnTo>
                <a:lnTo>
                  <a:pt x="374" y="181"/>
                </a:lnTo>
                <a:lnTo>
                  <a:pt x="0" y="18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7" name="任意多边形 36"/>
          <p:cNvSpPr/>
          <p:nvPr/>
        </p:nvSpPr>
        <p:spPr>
          <a:xfrm>
            <a:off x="6610985" y="5466715"/>
            <a:ext cx="248285" cy="19939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74" h="181">
                <a:moveTo>
                  <a:pt x="0" y="0"/>
                </a:moveTo>
                <a:lnTo>
                  <a:pt x="374" y="0"/>
                </a:lnTo>
                <a:lnTo>
                  <a:pt x="374" y="181"/>
                </a:lnTo>
                <a:lnTo>
                  <a:pt x="0" y="18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9" name="任意多边形 38"/>
          <p:cNvSpPr/>
          <p:nvPr/>
        </p:nvSpPr>
        <p:spPr>
          <a:xfrm>
            <a:off x="7229475" y="2534920"/>
            <a:ext cx="327660" cy="2451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74" h="181">
                <a:moveTo>
                  <a:pt x="0" y="0"/>
                </a:moveTo>
                <a:lnTo>
                  <a:pt x="374" y="0"/>
                </a:lnTo>
                <a:lnTo>
                  <a:pt x="374" y="181"/>
                </a:lnTo>
                <a:lnTo>
                  <a:pt x="0" y="18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0" name="任意多边形 39"/>
          <p:cNvSpPr/>
          <p:nvPr/>
        </p:nvSpPr>
        <p:spPr>
          <a:xfrm>
            <a:off x="8091805" y="1824990"/>
            <a:ext cx="337185" cy="84518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91" h="1331">
                <a:moveTo>
                  <a:pt x="203" y="0"/>
                </a:moveTo>
                <a:lnTo>
                  <a:pt x="491" y="0"/>
                </a:lnTo>
                <a:lnTo>
                  <a:pt x="136" y="1331"/>
                </a:lnTo>
                <a:lnTo>
                  <a:pt x="0" y="1331"/>
                </a:lnTo>
                <a:lnTo>
                  <a:pt x="0" y="954"/>
                </a:lnTo>
                <a:lnTo>
                  <a:pt x="2" y="940"/>
                </a:lnTo>
                <a:cubicBezTo>
                  <a:pt x="5" y="928"/>
                  <a:pt x="7" y="916"/>
                  <a:pt x="10" y="904"/>
                </a:cubicBezTo>
                <a:lnTo>
                  <a:pt x="203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1" name="任意多边形 40"/>
          <p:cNvSpPr/>
          <p:nvPr/>
        </p:nvSpPr>
        <p:spPr>
          <a:xfrm>
            <a:off x="7101840" y="3495675"/>
            <a:ext cx="248285" cy="954382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91" h="1503">
                <a:moveTo>
                  <a:pt x="0" y="0"/>
                </a:moveTo>
                <a:lnTo>
                  <a:pt x="391" y="0"/>
                </a:lnTo>
                <a:lnTo>
                  <a:pt x="391" y="1407"/>
                </a:lnTo>
                <a:lnTo>
                  <a:pt x="390" y="1411"/>
                </a:lnTo>
                <a:cubicBezTo>
                  <a:pt x="385" y="1441"/>
                  <a:pt x="382" y="1472"/>
                  <a:pt x="381" y="1503"/>
                </a:cubicBezTo>
                <a:lnTo>
                  <a:pt x="377" y="1503"/>
                </a:lnTo>
                <a:cubicBezTo>
                  <a:pt x="372" y="1445"/>
                  <a:pt x="364" y="1398"/>
                  <a:pt x="355" y="1362"/>
                </a:cubicBezTo>
                <a:lnTo>
                  <a:pt x="130" y="453"/>
                </a:lnTo>
                <a:lnTo>
                  <a:pt x="0" y="45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/>
        </p:nvSpPr>
        <p:spPr>
          <a:xfrm>
            <a:off x="7101840" y="4114076"/>
            <a:ext cx="248285" cy="1173569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91" h="1848">
                <a:moveTo>
                  <a:pt x="0" y="0"/>
                </a:moveTo>
                <a:lnTo>
                  <a:pt x="212" y="810"/>
                </a:lnTo>
                <a:lnTo>
                  <a:pt x="391" y="810"/>
                </a:lnTo>
                <a:lnTo>
                  <a:pt x="391" y="1848"/>
                </a:lnTo>
                <a:lnTo>
                  <a:pt x="0" y="184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3" name="任意多边形 42"/>
          <p:cNvSpPr/>
          <p:nvPr/>
        </p:nvSpPr>
        <p:spPr>
          <a:xfrm>
            <a:off x="7101840" y="3783221"/>
            <a:ext cx="248285" cy="845294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91" h="1331">
                <a:moveTo>
                  <a:pt x="0" y="0"/>
                </a:moveTo>
                <a:lnTo>
                  <a:pt x="130" y="0"/>
                </a:lnTo>
                <a:lnTo>
                  <a:pt x="355" y="909"/>
                </a:lnTo>
                <a:cubicBezTo>
                  <a:pt x="364" y="945"/>
                  <a:pt x="372" y="992"/>
                  <a:pt x="377" y="1050"/>
                </a:cubicBezTo>
                <a:lnTo>
                  <a:pt x="381" y="1050"/>
                </a:lnTo>
                <a:cubicBezTo>
                  <a:pt x="382" y="1019"/>
                  <a:pt x="385" y="988"/>
                  <a:pt x="390" y="958"/>
                </a:cubicBezTo>
                <a:lnTo>
                  <a:pt x="391" y="954"/>
                </a:lnTo>
                <a:lnTo>
                  <a:pt x="391" y="1331"/>
                </a:lnTo>
                <a:lnTo>
                  <a:pt x="212" y="1331"/>
                </a:lnTo>
                <a:lnTo>
                  <a:pt x="0" y="5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4" name="任意多边形 43"/>
          <p:cNvSpPr/>
          <p:nvPr/>
        </p:nvSpPr>
        <p:spPr>
          <a:xfrm>
            <a:off x="6594355" y="3783221"/>
            <a:ext cx="507485" cy="845294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9" h="1331">
                <a:moveTo>
                  <a:pt x="627" y="0"/>
                </a:moveTo>
                <a:lnTo>
                  <a:pt x="799" y="0"/>
                </a:lnTo>
                <a:lnTo>
                  <a:pt x="799" y="521"/>
                </a:lnTo>
                <a:lnTo>
                  <a:pt x="784" y="463"/>
                </a:lnTo>
                <a:cubicBezTo>
                  <a:pt x="772" y="416"/>
                  <a:pt x="765" y="367"/>
                  <a:pt x="762" y="316"/>
                </a:cubicBezTo>
                <a:lnTo>
                  <a:pt x="759" y="316"/>
                </a:lnTo>
                <a:cubicBezTo>
                  <a:pt x="753" y="376"/>
                  <a:pt x="745" y="425"/>
                  <a:pt x="735" y="463"/>
                </a:cubicBezTo>
                <a:lnTo>
                  <a:pt x="503" y="1331"/>
                </a:lnTo>
                <a:lnTo>
                  <a:pt x="175" y="1331"/>
                </a:lnTo>
                <a:lnTo>
                  <a:pt x="0" y="673"/>
                </a:lnTo>
                <a:lnTo>
                  <a:pt x="279" y="673"/>
                </a:lnTo>
                <a:lnTo>
                  <a:pt x="329" y="902"/>
                </a:lnTo>
                <a:cubicBezTo>
                  <a:pt x="338" y="942"/>
                  <a:pt x="344" y="992"/>
                  <a:pt x="347" y="1052"/>
                </a:cubicBezTo>
                <a:lnTo>
                  <a:pt x="353" y="1052"/>
                </a:lnTo>
                <a:cubicBezTo>
                  <a:pt x="356" y="1005"/>
                  <a:pt x="365" y="954"/>
                  <a:pt x="380" y="898"/>
                </a:cubicBezTo>
                <a:lnTo>
                  <a:pt x="627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ChatGPT Image 2026年6月11日 17_22_48"/>
          <p:cNvPicPr>
            <a:picLocks noChangeAspect="1"/>
          </p:cNvPicPr>
          <p:nvPr/>
        </p:nvPicPr>
        <p:blipFill>
          <a:blip r:embed="rId1"/>
          <a:srcRect l="23906" t="6942" r="24657" b="42402"/>
          <a:stretch>
            <a:fillRect/>
          </a:stretch>
        </p:blipFill>
        <p:spPr>
          <a:xfrm>
            <a:off x="1018540" y="-311785"/>
            <a:ext cx="7550150" cy="743521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9175" y="848995"/>
            <a:ext cx="2952115" cy="3041650"/>
          </a:xfrm>
          <a:prstGeom prst="rect">
            <a:avLst/>
          </a:prstGeom>
        </p:spPr>
      </p:pic>
      <p:sp>
        <p:nvSpPr>
          <p:cNvPr id="5" name="任意多边形 4"/>
          <p:cNvSpPr/>
          <p:nvPr/>
        </p:nvSpPr>
        <p:spPr>
          <a:xfrm>
            <a:off x="4448175" y="4207510"/>
            <a:ext cx="212090" cy="31623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34" h="498">
                <a:moveTo>
                  <a:pt x="0" y="0"/>
                </a:moveTo>
                <a:lnTo>
                  <a:pt x="334" y="0"/>
                </a:lnTo>
                <a:lnTo>
                  <a:pt x="334" y="346"/>
                </a:lnTo>
                <a:lnTo>
                  <a:pt x="334" y="498"/>
                </a:lnTo>
                <a:lnTo>
                  <a:pt x="333" y="498"/>
                </a:lnTo>
                <a:lnTo>
                  <a:pt x="0" y="49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3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60" name="任意多边形 59"/>
          <p:cNvSpPr/>
          <p:nvPr/>
        </p:nvSpPr>
        <p:spPr>
          <a:xfrm>
            <a:off x="4282440" y="2142490"/>
            <a:ext cx="7489825" cy="416687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795" h="6562">
                <a:moveTo>
                  <a:pt x="9800" y="717"/>
                </a:moveTo>
                <a:lnTo>
                  <a:pt x="9223" y="2228"/>
                </a:lnTo>
                <a:lnTo>
                  <a:pt x="9219" y="2228"/>
                </a:lnTo>
                <a:lnTo>
                  <a:pt x="8382" y="4420"/>
                </a:lnTo>
                <a:lnTo>
                  <a:pt x="7621" y="2262"/>
                </a:lnTo>
                <a:lnTo>
                  <a:pt x="7629" y="2241"/>
                </a:lnTo>
                <a:lnTo>
                  <a:pt x="6974" y="2241"/>
                </a:lnTo>
                <a:lnTo>
                  <a:pt x="6969" y="2253"/>
                </a:lnTo>
                <a:lnTo>
                  <a:pt x="6891" y="2253"/>
                </a:lnTo>
                <a:lnTo>
                  <a:pt x="6929" y="2360"/>
                </a:lnTo>
                <a:lnTo>
                  <a:pt x="6603" y="3214"/>
                </a:lnTo>
                <a:lnTo>
                  <a:pt x="6590" y="3214"/>
                </a:lnTo>
                <a:lnTo>
                  <a:pt x="6392" y="3733"/>
                </a:lnTo>
                <a:lnTo>
                  <a:pt x="6392" y="3714"/>
                </a:lnTo>
                <a:lnTo>
                  <a:pt x="5323" y="3714"/>
                </a:lnTo>
                <a:lnTo>
                  <a:pt x="5323" y="4379"/>
                </a:lnTo>
                <a:lnTo>
                  <a:pt x="4875" y="4379"/>
                </a:lnTo>
                <a:lnTo>
                  <a:pt x="4541" y="4379"/>
                </a:lnTo>
                <a:lnTo>
                  <a:pt x="4541" y="4877"/>
                </a:lnTo>
                <a:lnTo>
                  <a:pt x="3937" y="4877"/>
                </a:lnTo>
                <a:lnTo>
                  <a:pt x="3937" y="5411"/>
                </a:lnTo>
                <a:lnTo>
                  <a:pt x="3213" y="5411"/>
                </a:lnTo>
                <a:lnTo>
                  <a:pt x="3213" y="5711"/>
                </a:lnTo>
                <a:lnTo>
                  <a:pt x="4875" y="5711"/>
                </a:lnTo>
                <a:lnTo>
                  <a:pt x="4875" y="5411"/>
                </a:lnTo>
                <a:lnTo>
                  <a:pt x="4874" y="5411"/>
                </a:lnTo>
                <a:lnTo>
                  <a:pt x="4874" y="4877"/>
                </a:lnTo>
                <a:lnTo>
                  <a:pt x="4875" y="4877"/>
                </a:lnTo>
                <a:lnTo>
                  <a:pt x="4875" y="4725"/>
                </a:lnTo>
                <a:lnTo>
                  <a:pt x="5399" y="4725"/>
                </a:lnTo>
                <a:lnTo>
                  <a:pt x="5720" y="5493"/>
                </a:lnTo>
                <a:lnTo>
                  <a:pt x="5637" y="5711"/>
                </a:lnTo>
                <a:lnTo>
                  <a:pt x="5811" y="5711"/>
                </a:lnTo>
                <a:lnTo>
                  <a:pt x="6292" y="5711"/>
                </a:lnTo>
                <a:lnTo>
                  <a:pt x="6466" y="5711"/>
                </a:lnTo>
                <a:lnTo>
                  <a:pt x="6375" y="5493"/>
                </a:lnTo>
                <a:lnTo>
                  <a:pt x="6663" y="4738"/>
                </a:lnTo>
                <a:lnTo>
                  <a:pt x="6676" y="4738"/>
                </a:lnTo>
                <a:lnTo>
                  <a:pt x="7183" y="3408"/>
                </a:lnTo>
                <a:lnTo>
                  <a:pt x="7984" y="5678"/>
                </a:lnTo>
                <a:lnTo>
                  <a:pt x="7963" y="5734"/>
                </a:lnTo>
                <a:lnTo>
                  <a:pt x="8004" y="5734"/>
                </a:lnTo>
                <a:lnTo>
                  <a:pt x="8618" y="5734"/>
                </a:lnTo>
                <a:lnTo>
                  <a:pt x="8731" y="5734"/>
                </a:lnTo>
                <a:lnTo>
                  <a:pt x="8677" y="5580"/>
                </a:lnTo>
                <a:lnTo>
                  <a:pt x="9571" y="3237"/>
                </a:lnTo>
                <a:lnTo>
                  <a:pt x="9568" y="3237"/>
                </a:lnTo>
                <a:lnTo>
                  <a:pt x="9577" y="3214"/>
                </a:lnTo>
                <a:lnTo>
                  <a:pt x="9579" y="3214"/>
                </a:lnTo>
                <a:lnTo>
                  <a:pt x="10532" y="717"/>
                </a:lnTo>
                <a:lnTo>
                  <a:pt x="10455" y="717"/>
                </a:lnTo>
                <a:lnTo>
                  <a:pt x="9877" y="717"/>
                </a:lnTo>
                <a:lnTo>
                  <a:pt x="9800" y="717"/>
                </a:lnTo>
                <a:close/>
                <a:moveTo>
                  <a:pt x="0" y="0"/>
                </a:moveTo>
                <a:lnTo>
                  <a:pt x="11795" y="0"/>
                </a:lnTo>
                <a:lnTo>
                  <a:pt x="11795" y="6562"/>
                </a:lnTo>
                <a:lnTo>
                  <a:pt x="0" y="656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3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61" name="任意多边形 60"/>
          <p:cNvSpPr/>
          <p:nvPr/>
        </p:nvSpPr>
        <p:spPr>
          <a:xfrm>
            <a:off x="6887521" y="2841625"/>
            <a:ext cx="533923" cy="1462752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41" h="2304">
                <a:moveTo>
                  <a:pt x="837" y="0"/>
                </a:moveTo>
                <a:lnTo>
                  <a:pt x="841" y="0"/>
                </a:lnTo>
                <a:lnTo>
                  <a:pt x="465" y="986"/>
                </a:lnTo>
                <a:lnTo>
                  <a:pt x="539" y="986"/>
                </a:lnTo>
                <a:lnTo>
                  <a:pt x="349" y="1486"/>
                </a:lnTo>
                <a:lnTo>
                  <a:pt x="351" y="1486"/>
                </a:lnTo>
                <a:lnTo>
                  <a:pt x="39" y="2304"/>
                </a:lnTo>
                <a:lnTo>
                  <a:pt x="0" y="2192"/>
                </a:lnTo>
                <a:lnTo>
                  <a:pt x="837" y="0"/>
                </a:lnTo>
                <a:close/>
              </a:path>
            </a:pathLst>
          </a:custGeom>
          <a:solidFill>
            <a:schemeClr val="accent1">
              <a:lumMod val="75000"/>
              <a:alpha val="3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62" name="任意多边形 61"/>
          <p:cNvSpPr/>
          <p:nvPr/>
        </p:nvSpPr>
        <p:spPr>
          <a:xfrm>
            <a:off x="7182485" y="2841625"/>
            <a:ext cx="286475" cy="6261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1" h="986">
                <a:moveTo>
                  <a:pt x="376" y="0"/>
                </a:moveTo>
                <a:lnTo>
                  <a:pt x="451" y="0"/>
                </a:lnTo>
                <a:lnTo>
                  <a:pt x="75" y="986"/>
                </a:lnTo>
                <a:lnTo>
                  <a:pt x="0" y="986"/>
                </a:lnTo>
                <a:lnTo>
                  <a:pt x="376" y="0"/>
                </a:lnTo>
                <a:close/>
              </a:path>
            </a:pathLst>
          </a:custGeom>
          <a:solidFill>
            <a:schemeClr val="accent1">
              <a:lumMod val="75000"/>
              <a:alpha val="3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63" name="任意多边形 62"/>
          <p:cNvSpPr/>
          <p:nvPr/>
        </p:nvSpPr>
        <p:spPr>
          <a:xfrm>
            <a:off x="7421444" y="1882140"/>
            <a:ext cx="415089" cy="95948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54" h="1511">
                <a:moveTo>
                  <a:pt x="577" y="0"/>
                </a:moveTo>
                <a:lnTo>
                  <a:pt x="654" y="0"/>
                </a:lnTo>
                <a:lnTo>
                  <a:pt x="463" y="500"/>
                </a:lnTo>
                <a:lnTo>
                  <a:pt x="461" y="500"/>
                </a:lnTo>
                <a:lnTo>
                  <a:pt x="75" y="1511"/>
                </a:lnTo>
                <a:lnTo>
                  <a:pt x="0" y="1511"/>
                </a:lnTo>
                <a:lnTo>
                  <a:pt x="577" y="0"/>
                </a:lnTo>
                <a:close/>
              </a:path>
            </a:pathLst>
          </a:custGeom>
          <a:solidFill>
            <a:schemeClr val="accent1">
              <a:lumMod val="75000"/>
              <a:alpha val="3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64" name="任意多边形 63"/>
          <p:cNvSpPr/>
          <p:nvPr/>
        </p:nvSpPr>
        <p:spPr>
          <a:xfrm>
            <a:off x="7715357" y="1882140"/>
            <a:ext cx="488208" cy="3175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69" h="500">
                <a:moveTo>
                  <a:pt x="191" y="0"/>
                </a:moveTo>
                <a:lnTo>
                  <a:pt x="769" y="0"/>
                </a:lnTo>
                <a:lnTo>
                  <a:pt x="578" y="500"/>
                </a:lnTo>
                <a:lnTo>
                  <a:pt x="0" y="500"/>
                </a:lnTo>
                <a:lnTo>
                  <a:pt x="191" y="0"/>
                </a:lnTo>
                <a:close/>
              </a:path>
            </a:pathLst>
          </a:custGeom>
          <a:solidFill>
            <a:schemeClr val="accent1">
              <a:lumMod val="75000"/>
              <a:alpha val="3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65" name="任意多边形 64"/>
          <p:cNvSpPr/>
          <p:nvPr/>
        </p:nvSpPr>
        <p:spPr>
          <a:xfrm>
            <a:off x="7645928" y="1882140"/>
            <a:ext cx="606532" cy="158559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55" h="2497">
                <a:moveTo>
                  <a:pt x="878" y="0"/>
                </a:moveTo>
                <a:lnTo>
                  <a:pt x="955" y="0"/>
                </a:lnTo>
                <a:lnTo>
                  <a:pt x="2" y="2497"/>
                </a:lnTo>
                <a:lnTo>
                  <a:pt x="0" y="2497"/>
                </a:lnTo>
                <a:lnTo>
                  <a:pt x="762" y="500"/>
                </a:lnTo>
                <a:lnTo>
                  <a:pt x="687" y="500"/>
                </a:lnTo>
                <a:lnTo>
                  <a:pt x="878" y="0"/>
                </a:lnTo>
                <a:close/>
              </a:path>
            </a:pathLst>
          </a:custGeom>
          <a:solidFill>
            <a:schemeClr val="accent1">
              <a:lumMod val="75000"/>
              <a:alpha val="3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66" name="任意多边形 65"/>
          <p:cNvSpPr/>
          <p:nvPr/>
        </p:nvSpPr>
        <p:spPr>
          <a:xfrm>
            <a:off x="7231380" y="2841625"/>
            <a:ext cx="603250" cy="6261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50" h="986">
                <a:moveTo>
                  <a:pt x="376" y="0"/>
                </a:moveTo>
                <a:lnTo>
                  <a:pt x="950" y="0"/>
                </a:lnTo>
                <a:lnTo>
                  <a:pt x="574" y="986"/>
                </a:lnTo>
                <a:lnTo>
                  <a:pt x="0" y="986"/>
                </a:lnTo>
                <a:lnTo>
                  <a:pt x="376" y="0"/>
                </a:lnTo>
                <a:close/>
              </a:path>
            </a:pathLst>
          </a:custGeom>
          <a:solidFill>
            <a:schemeClr val="accent1">
              <a:lumMod val="75000"/>
              <a:alpha val="3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67" name="任意多边形 66"/>
          <p:cNvSpPr/>
          <p:nvPr/>
        </p:nvSpPr>
        <p:spPr>
          <a:xfrm>
            <a:off x="7470339" y="2199640"/>
            <a:ext cx="612050" cy="126809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64" h="1997">
                <a:moveTo>
                  <a:pt x="386" y="0"/>
                </a:moveTo>
                <a:lnTo>
                  <a:pt x="964" y="0"/>
                </a:lnTo>
                <a:lnTo>
                  <a:pt x="202" y="1997"/>
                </a:lnTo>
                <a:lnTo>
                  <a:pt x="197" y="1997"/>
                </a:lnTo>
                <a:lnTo>
                  <a:pt x="574" y="1011"/>
                </a:lnTo>
                <a:lnTo>
                  <a:pt x="0" y="1011"/>
                </a:lnTo>
                <a:lnTo>
                  <a:pt x="386" y="0"/>
                </a:lnTo>
                <a:close/>
              </a:path>
            </a:pathLst>
          </a:custGeom>
          <a:solidFill>
            <a:schemeClr val="accent1">
              <a:lumMod val="75000"/>
              <a:alpha val="3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68" name="任意多边形 67"/>
          <p:cNvSpPr/>
          <p:nvPr/>
        </p:nvSpPr>
        <p:spPr>
          <a:xfrm>
            <a:off x="7598412" y="2199640"/>
            <a:ext cx="531493" cy="126809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37" h="1997">
                <a:moveTo>
                  <a:pt x="762" y="0"/>
                </a:moveTo>
                <a:lnTo>
                  <a:pt x="837" y="0"/>
                </a:lnTo>
                <a:lnTo>
                  <a:pt x="75" y="1997"/>
                </a:lnTo>
                <a:lnTo>
                  <a:pt x="0" y="1997"/>
                </a:lnTo>
                <a:lnTo>
                  <a:pt x="762" y="0"/>
                </a:lnTo>
                <a:close/>
              </a:path>
            </a:pathLst>
          </a:custGeom>
          <a:solidFill>
            <a:schemeClr val="accent1">
              <a:lumMod val="75000"/>
              <a:alpha val="3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69" name="任意多边形 68"/>
          <p:cNvSpPr/>
          <p:nvPr/>
        </p:nvSpPr>
        <p:spPr>
          <a:xfrm>
            <a:off x="7230001" y="2841625"/>
            <a:ext cx="365670" cy="6261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76" h="986">
                <a:moveTo>
                  <a:pt x="576" y="986"/>
                </a:moveTo>
                <a:lnTo>
                  <a:pt x="2" y="986"/>
                </a:lnTo>
                <a:lnTo>
                  <a:pt x="576" y="986"/>
                </a:lnTo>
                <a:close/>
                <a:moveTo>
                  <a:pt x="376" y="0"/>
                </a:moveTo>
                <a:lnTo>
                  <a:pt x="378" y="0"/>
                </a:lnTo>
                <a:lnTo>
                  <a:pt x="2" y="986"/>
                </a:lnTo>
                <a:lnTo>
                  <a:pt x="0" y="986"/>
                </a:lnTo>
                <a:lnTo>
                  <a:pt x="376" y="0"/>
                </a:lnTo>
                <a:close/>
              </a:path>
            </a:pathLst>
          </a:custGeom>
          <a:solidFill>
            <a:schemeClr val="accent1">
              <a:lumMod val="75000"/>
              <a:alpha val="3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0" name="任意多边形 69"/>
          <p:cNvSpPr/>
          <p:nvPr/>
        </p:nvSpPr>
        <p:spPr>
          <a:xfrm>
            <a:off x="7468960" y="2199640"/>
            <a:ext cx="246397" cy="64198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88" h="1011">
                <a:moveTo>
                  <a:pt x="386" y="0"/>
                </a:moveTo>
                <a:lnTo>
                  <a:pt x="388" y="0"/>
                </a:lnTo>
                <a:lnTo>
                  <a:pt x="2" y="1011"/>
                </a:lnTo>
                <a:lnTo>
                  <a:pt x="0" y="1011"/>
                </a:lnTo>
                <a:lnTo>
                  <a:pt x="386" y="0"/>
                </a:lnTo>
                <a:close/>
              </a:path>
            </a:pathLst>
          </a:custGeom>
          <a:solidFill>
            <a:schemeClr val="accent1">
              <a:lumMod val="75000"/>
              <a:alpha val="3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1" name="任意多边形 70"/>
          <p:cNvSpPr/>
          <p:nvPr/>
        </p:nvSpPr>
        <p:spPr>
          <a:xfrm>
            <a:off x="7595671" y="3467735"/>
            <a:ext cx="2741" cy="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">
                <a:moveTo>
                  <a:pt x="4" y="0"/>
                </a:moveTo>
                <a:lnTo>
                  <a:pt x="0" y="0"/>
                </a:lnTo>
                <a:lnTo>
                  <a:pt x="4" y="0"/>
                </a:lnTo>
                <a:close/>
              </a:path>
            </a:pathLst>
          </a:custGeom>
          <a:solidFill>
            <a:schemeClr val="accent1">
              <a:lumMod val="75000"/>
              <a:alpha val="3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2" name="任意多边形 71"/>
          <p:cNvSpPr/>
          <p:nvPr/>
        </p:nvSpPr>
        <p:spPr>
          <a:xfrm>
            <a:off x="7108825" y="3467735"/>
            <a:ext cx="486846" cy="3175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67" h="500">
                <a:moveTo>
                  <a:pt x="191" y="0"/>
                </a:moveTo>
                <a:lnTo>
                  <a:pt x="193" y="0"/>
                </a:lnTo>
                <a:lnTo>
                  <a:pt x="767" y="0"/>
                </a:lnTo>
                <a:lnTo>
                  <a:pt x="758" y="23"/>
                </a:lnTo>
                <a:lnTo>
                  <a:pt x="185" y="23"/>
                </a:lnTo>
                <a:lnTo>
                  <a:pt x="3" y="500"/>
                </a:lnTo>
                <a:lnTo>
                  <a:pt x="0" y="500"/>
                </a:lnTo>
                <a:lnTo>
                  <a:pt x="191" y="0"/>
                </a:lnTo>
                <a:close/>
              </a:path>
            </a:pathLst>
          </a:custGeom>
          <a:solidFill>
            <a:schemeClr val="accent1">
              <a:lumMod val="75000"/>
              <a:alpha val="3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3" name="任意多边形 72"/>
          <p:cNvSpPr/>
          <p:nvPr/>
        </p:nvSpPr>
        <p:spPr>
          <a:xfrm>
            <a:off x="7590097" y="3467735"/>
            <a:ext cx="55831" cy="1460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8" h="23">
                <a:moveTo>
                  <a:pt x="9" y="0"/>
                </a:moveTo>
                <a:lnTo>
                  <a:pt x="13" y="0"/>
                </a:lnTo>
                <a:lnTo>
                  <a:pt x="88" y="0"/>
                </a:lnTo>
                <a:lnTo>
                  <a:pt x="79" y="23"/>
                </a:lnTo>
                <a:lnTo>
                  <a:pt x="0" y="23"/>
                </a:lnTo>
                <a:lnTo>
                  <a:pt x="9" y="0"/>
                </a:lnTo>
                <a:close/>
              </a:path>
            </a:pathLst>
          </a:custGeom>
          <a:solidFill>
            <a:schemeClr val="accent1">
              <a:lumMod val="75000"/>
              <a:alpha val="3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4" name="任意多边形 73"/>
          <p:cNvSpPr/>
          <p:nvPr/>
        </p:nvSpPr>
        <p:spPr>
          <a:xfrm>
            <a:off x="7110696" y="3482340"/>
            <a:ext cx="479401" cy="30289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55" h="477">
                <a:moveTo>
                  <a:pt x="182" y="0"/>
                </a:moveTo>
                <a:lnTo>
                  <a:pt x="755" y="0"/>
                </a:lnTo>
                <a:lnTo>
                  <a:pt x="573" y="477"/>
                </a:lnTo>
                <a:lnTo>
                  <a:pt x="0" y="477"/>
                </a:lnTo>
                <a:lnTo>
                  <a:pt x="182" y="0"/>
                </a:lnTo>
                <a:close/>
              </a:path>
            </a:pathLst>
          </a:custGeom>
          <a:solidFill>
            <a:schemeClr val="accent1">
              <a:lumMod val="75000"/>
              <a:alpha val="3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5" name="任意多边形 74"/>
          <p:cNvSpPr/>
          <p:nvPr/>
        </p:nvSpPr>
        <p:spPr>
          <a:xfrm>
            <a:off x="7474495" y="3482340"/>
            <a:ext cx="165859" cy="30289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61" h="477">
                <a:moveTo>
                  <a:pt x="182" y="0"/>
                </a:moveTo>
                <a:lnTo>
                  <a:pt x="261" y="0"/>
                </a:lnTo>
                <a:lnTo>
                  <a:pt x="79" y="477"/>
                </a:lnTo>
                <a:lnTo>
                  <a:pt x="0" y="477"/>
                </a:lnTo>
                <a:lnTo>
                  <a:pt x="182" y="0"/>
                </a:lnTo>
                <a:close/>
              </a:path>
            </a:pathLst>
          </a:custGeom>
          <a:solidFill>
            <a:schemeClr val="accent1">
              <a:lumMod val="75000"/>
              <a:alpha val="3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6" name="任意多边形 75"/>
          <p:cNvSpPr/>
          <p:nvPr/>
        </p:nvSpPr>
        <p:spPr>
          <a:xfrm>
            <a:off x="6912562" y="3785235"/>
            <a:ext cx="561933" cy="64198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85" h="1011">
                <a:moveTo>
                  <a:pt x="312" y="0"/>
                </a:moveTo>
                <a:lnTo>
                  <a:pt x="885" y="0"/>
                </a:lnTo>
                <a:lnTo>
                  <a:pt x="499" y="1011"/>
                </a:lnTo>
                <a:lnTo>
                  <a:pt x="68" y="1011"/>
                </a:lnTo>
                <a:lnTo>
                  <a:pt x="0" y="818"/>
                </a:lnTo>
                <a:lnTo>
                  <a:pt x="312" y="0"/>
                </a:lnTo>
                <a:close/>
              </a:path>
            </a:pathLst>
          </a:custGeom>
          <a:solidFill>
            <a:schemeClr val="accent1">
              <a:lumMod val="75000"/>
              <a:alpha val="3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7" name="任意多边形 76"/>
          <p:cNvSpPr/>
          <p:nvPr/>
        </p:nvSpPr>
        <p:spPr>
          <a:xfrm>
            <a:off x="6888369" y="3482340"/>
            <a:ext cx="753856" cy="1487902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87" h="2343">
                <a:moveTo>
                  <a:pt x="1184" y="0"/>
                </a:moveTo>
                <a:lnTo>
                  <a:pt x="1187" y="0"/>
                </a:lnTo>
                <a:lnTo>
                  <a:pt x="293" y="2343"/>
                </a:lnTo>
                <a:lnTo>
                  <a:pt x="0" y="1513"/>
                </a:lnTo>
                <a:lnTo>
                  <a:pt x="115" y="1513"/>
                </a:lnTo>
                <a:lnTo>
                  <a:pt x="106" y="1488"/>
                </a:lnTo>
                <a:lnTo>
                  <a:pt x="537" y="1488"/>
                </a:lnTo>
                <a:lnTo>
                  <a:pt x="923" y="477"/>
                </a:lnTo>
                <a:lnTo>
                  <a:pt x="1002" y="477"/>
                </a:lnTo>
                <a:lnTo>
                  <a:pt x="1184" y="0"/>
                </a:lnTo>
                <a:close/>
              </a:path>
            </a:pathLst>
          </a:custGeom>
          <a:solidFill>
            <a:schemeClr val="accent1">
              <a:lumMod val="75000"/>
              <a:alpha val="3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8" name="任意多边形 77"/>
          <p:cNvSpPr/>
          <p:nvPr/>
        </p:nvSpPr>
        <p:spPr>
          <a:xfrm>
            <a:off x="6621145" y="5032496"/>
            <a:ext cx="26029" cy="35439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1" h="56">
                <a:moveTo>
                  <a:pt x="21" y="0"/>
                </a:moveTo>
                <a:lnTo>
                  <a:pt x="41" y="56"/>
                </a:lnTo>
                <a:lnTo>
                  <a:pt x="0" y="56"/>
                </a:lnTo>
                <a:lnTo>
                  <a:pt x="21" y="0"/>
                </a:lnTo>
                <a:close/>
              </a:path>
            </a:pathLst>
          </a:custGeom>
          <a:solidFill>
            <a:schemeClr val="accent1">
              <a:lumMod val="75000"/>
              <a:alpha val="3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9" name="任意多边形 78"/>
          <p:cNvSpPr/>
          <p:nvPr/>
        </p:nvSpPr>
        <p:spPr>
          <a:xfrm>
            <a:off x="4993150" y="4427220"/>
            <a:ext cx="389944" cy="487874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14" h="768">
                <a:moveTo>
                  <a:pt x="0" y="0"/>
                </a:moveTo>
                <a:lnTo>
                  <a:pt x="614" y="0"/>
                </a:lnTo>
                <a:lnTo>
                  <a:pt x="321" y="7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3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0" name="任意多边形 79"/>
          <p:cNvSpPr/>
          <p:nvPr/>
        </p:nvSpPr>
        <p:spPr>
          <a:xfrm>
            <a:off x="5560062" y="4915094"/>
            <a:ext cx="110488" cy="138236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4" h="218">
                <a:moveTo>
                  <a:pt x="83" y="0"/>
                </a:moveTo>
                <a:lnTo>
                  <a:pt x="174" y="218"/>
                </a:lnTo>
                <a:lnTo>
                  <a:pt x="0" y="218"/>
                </a:lnTo>
                <a:lnTo>
                  <a:pt x="83" y="0"/>
                </a:lnTo>
                <a:close/>
              </a:path>
            </a:pathLst>
          </a:custGeom>
          <a:solidFill>
            <a:schemeClr val="accent1">
              <a:lumMod val="75000"/>
              <a:alpha val="3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1" name="任意多边形 80"/>
          <p:cNvSpPr/>
          <p:nvPr/>
        </p:nvSpPr>
        <p:spPr>
          <a:xfrm>
            <a:off x="6634671" y="4443095"/>
            <a:ext cx="439686" cy="62484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92" h="984">
                <a:moveTo>
                  <a:pt x="354" y="0"/>
                </a:moveTo>
                <a:lnTo>
                  <a:pt x="400" y="0"/>
                </a:lnTo>
                <a:lnTo>
                  <a:pt x="692" y="830"/>
                </a:lnTo>
                <a:lnTo>
                  <a:pt x="634" y="984"/>
                </a:lnTo>
                <a:lnTo>
                  <a:pt x="20" y="984"/>
                </a:lnTo>
                <a:lnTo>
                  <a:pt x="0" y="928"/>
                </a:lnTo>
                <a:lnTo>
                  <a:pt x="354" y="0"/>
                </a:lnTo>
                <a:close/>
              </a:path>
            </a:pathLst>
          </a:custGeom>
          <a:solidFill>
            <a:schemeClr val="accent1">
              <a:lumMod val="75000"/>
              <a:alpha val="3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2" name="任意多边形 81"/>
          <p:cNvSpPr/>
          <p:nvPr/>
        </p:nvSpPr>
        <p:spPr>
          <a:xfrm>
            <a:off x="6126139" y="3491582"/>
            <a:ext cx="733480" cy="1540913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55" h="2427">
                <a:moveTo>
                  <a:pt x="60" y="0"/>
                </a:moveTo>
                <a:lnTo>
                  <a:pt x="589" y="1498"/>
                </a:lnTo>
                <a:lnTo>
                  <a:pt x="1155" y="1498"/>
                </a:lnTo>
                <a:lnTo>
                  <a:pt x="801" y="2427"/>
                </a:lnTo>
                <a:lnTo>
                  <a:pt x="0" y="157"/>
                </a:lnTo>
                <a:lnTo>
                  <a:pt x="60" y="0"/>
                </a:lnTo>
                <a:close/>
              </a:path>
            </a:pathLst>
          </a:custGeom>
          <a:solidFill>
            <a:schemeClr val="accent1">
              <a:lumMod val="75000"/>
              <a:alpha val="3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3" name="任意多边形 82"/>
          <p:cNvSpPr/>
          <p:nvPr/>
        </p:nvSpPr>
        <p:spPr>
          <a:xfrm>
            <a:off x="7037072" y="4970242"/>
            <a:ext cx="71753" cy="97693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3" h="154">
                <a:moveTo>
                  <a:pt x="59" y="0"/>
                </a:moveTo>
                <a:lnTo>
                  <a:pt x="113" y="154"/>
                </a:lnTo>
                <a:lnTo>
                  <a:pt x="0" y="154"/>
                </a:lnTo>
                <a:lnTo>
                  <a:pt x="59" y="0"/>
                </a:lnTo>
                <a:close/>
              </a:path>
            </a:pathLst>
          </a:custGeom>
          <a:solidFill>
            <a:schemeClr val="accent1">
              <a:lumMod val="75000"/>
              <a:alpha val="3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4" name="任意多边形 83"/>
          <p:cNvSpPr/>
          <p:nvPr/>
        </p:nvSpPr>
        <p:spPr>
          <a:xfrm>
            <a:off x="5196894" y="4427220"/>
            <a:ext cx="415927" cy="6261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55" h="986">
                <a:moveTo>
                  <a:pt x="293" y="0"/>
                </a:moveTo>
                <a:lnTo>
                  <a:pt x="306" y="0"/>
                </a:lnTo>
                <a:lnTo>
                  <a:pt x="301" y="13"/>
                </a:lnTo>
                <a:lnTo>
                  <a:pt x="340" y="13"/>
                </a:lnTo>
                <a:lnTo>
                  <a:pt x="655" y="768"/>
                </a:lnTo>
                <a:lnTo>
                  <a:pt x="572" y="986"/>
                </a:lnTo>
                <a:lnTo>
                  <a:pt x="91" y="986"/>
                </a:lnTo>
                <a:lnTo>
                  <a:pt x="0" y="768"/>
                </a:lnTo>
                <a:lnTo>
                  <a:pt x="293" y="0"/>
                </a:lnTo>
                <a:close/>
              </a:path>
            </a:pathLst>
          </a:custGeom>
          <a:solidFill>
            <a:schemeClr val="accent1">
              <a:lumMod val="75000"/>
              <a:alpha val="3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5" name="任意多边形 84"/>
          <p:cNvSpPr/>
          <p:nvPr/>
        </p:nvSpPr>
        <p:spPr>
          <a:xfrm>
            <a:off x="5623560" y="3467735"/>
            <a:ext cx="133761" cy="350473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11" h="552">
                <a:moveTo>
                  <a:pt x="198" y="0"/>
                </a:moveTo>
                <a:lnTo>
                  <a:pt x="211" y="0"/>
                </a:lnTo>
                <a:lnTo>
                  <a:pt x="0" y="552"/>
                </a:lnTo>
                <a:lnTo>
                  <a:pt x="0" y="519"/>
                </a:lnTo>
                <a:lnTo>
                  <a:pt x="198" y="0"/>
                </a:lnTo>
                <a:close/>
              </a:path>
            </a:pathLst>
          </a:custGeom>
          <a:solidFill>
            <a:schemeClr val="accent1">
              <a:lumMod val="75000"/>
              <a:alpha val="3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6" name="任意多边形 85"/>
          <p:cNvSpPr/>
          <p:nvPr/>
        </p:nvSpPr>
        <p:spPr>
          <a:xfrm>
            <a:off x="5412525" y="4435475"/>
            <a:ext cx="383346" cy="479619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04" h="755">
                <a:moveTo>
                  <a:pt x="0" y="0"/>
                </a:moveTo>
                <a:lnTo>
                  <a:pt x="604" y="0"/>
                </a:lnTo>
                <a:lnTo>
                  <a:pt x="315" y="75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3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7" name="任意多边形 86"/>
          <p:cNvSpPr/>
          <p:nvPr/>
        </p:nvSpPr>
        <p:spPr>
          <a:xfrm>
            <a:off x="5144135" y="4915094"/>
            <a:ext cx="110488" cy="138236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4" h="218">
                <a:moveTo>
                  <a:pt x="83" y="0"/>
                </a:moveTo>
                <a:lnTo>
                  <a:pt x="174" y="218"/>
                </a:lnTo>
                <a:lnTo>
                  <a:pt x="0" y="218"/>
                </a:lnTo>
                <a:lnTo>
                  <a:pt x="83" y="0"/>
                </a:lnTo>
                <a:close/>
              </a:path>
            </a:pathLst>
          </a:custGeom>
          <a:solidFill>
            <a:schemeClr val="accent1">
              <a:lumMod val="75000"/>
              <a:alpha val="3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8" name="任意多边形 87"/>
          <p:cNvSpPr/>
          <p:nvPr/>
        </p:nvSpPr>
        <p:spPr>
          <a:xfrm>
            <a:off x="6865678" y="4403952"/>
            <a:ext cx="17090" cy="23268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7" h="37">
                <a:moveTo>
                  <a:pt x="14" y="0"/>
                </a:moveTo>
                <a:lnTo>
                  <a:pt x="27" y="37"/>
                </a:lnTo>
                <a:lnTo>
                  <a:pt x="0" y="37"/>
                </a:lnTo>
                <a:lnTo>
                  <a:pt x="14" y="0"/>
                </a:lnTo>
                <a:close/>
              </a:path>
            </a:pathLst>
          </a:custGeom>
          <a:solidFill>
            <a:schemeClr val="accent1">
              <a:lumMod val="75000"/>
              <a:alpha val="3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9" name="任意多边形 88"/>
          <p:cNvSpPr/>
          <p:nvPr/>
        </p:nvSpPr>
        <p:spPr>
          <a:xfrm>
            <a:off x="6859619" y="4427220"/>
            <a:ext cx="28750" cy="1587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" h="25">
                <a:moveTo>
                  <a:pt x="10" y="0"/>
                </a:moveTo>
                <a:lnTo>
                  <a:pt x="36" y="0"/>
                </a:lnTo>
                <a:lnTo>
                  <a:pt x="45" y="25"/>
                </a:lnTo>
                <a:lnTo>
                  <a:pt x="0" y="25"/>
                </a:lnTo>
                <a:lnTo>
                  <a:pt x="10" y="0"/>
                </a:lnTo>
                <a:close/>
              </a:path>
            </a:pathLst>
          </a:custGeom>
          <a:solidFill>
            <a:schemeClr val="accent1">
              <a:lumMod val="75000"/>
              <a:alpha val="3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90" name="任意多边形 89"/>
          <p:cNvSpPr/>
          <p:nvPr/>
        </p:nvSpPr>
        <p:spPr>
          <a:xfrm>
            <a:off x="6813550" y="4332979"/>
            <a:ext cx="61009" cy="94241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6" h="148">
                <a:moveTo>
                  <a:pt x="57" y="0"/>
                </a:moveTo>
                <a:lnTo>
                  <a:pt x="96" y="112"/>
                </a:lnTo>
                <a:lnTo>
                  <a:pt x="82" y="148"/>
                </a:lnTo>
                <a:lnTo>
                  <a:pt x="0" y="148"/>
                </a:lnTo>
                <a:lnTo>
                  <a:pt x="57" y="0"/>
                </a:lnTo>
                <a:close/>
              </a:path>
            </a:pathLst>
          </a:custGeom>
          <a:solidFill>
            <a:schemeClr val="accent1">
              <a:lumMod val="75000"/>
              <a:alpha val="3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91" name="任意多边形 90"/>
          <p:cNvSpPr/>
          <p:nvPr/>
        </p:nvSpPr>
        <p:spPr>
          <a:xfrm>
            <a:off x="6164144" y="3482340"/>
            <a:ext cx="701534" cy="9607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05" h="1513">
                <a:moveTo>
                  <a:pt x="6" y="0"/>
                </a:moveTo>
                <a:lnTo>
                  <a:pt x="607" y="0"/>
                </a:lnTo>
                <a:lnTo>
                  <a:pt x="1079" y="1340"/>
                </a:lnTo>
                <a:lnTo>
                  <a:pt x="1023" y="1488"/>
                </a:lnTo>
                <a:lnTo>
                  <a:pt x="1105" y="1488"/>
                </a:lnTo>
                <a:lnTo>
                  <a:pt x="1095" y="1513"/>
                </a:lnTo>
                <a:lnTo>
                  <a:pt x="529" y="1513"/>
                </a:lnTo>
                <a:lnTo>
                  <a:pt x="0" y="15"/>
                </a:lnTo>
                <a:lnTo>
                  <a:pt x="6" y="0"/>
                </a:lnTo>
                <a:close/>
              </a:path>
            </a:pathLst>
          </a:custGeom>
          <a:solidFill>
            <a:schemeClr val="accent1">
              <a:lumMod val="75000"/>
              <a:alpha val="3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92" name="任意多边形 91"/>
          <p:cNvSpPr/>
          <p:nvPr/>
        </p:nvSpPr>
        <p:spPr>
          <a:xfrm>
            <a:off x="6874559" y="4304377"/>
            <a:ext cx="81345" cy="122843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28" h="193">
                <a:moveTo>
                  <a:pt x="60" y="0"/>
                </a:moveTo>
                <a:lnTo>
                  <a:pt x="128" y="193"/>
                </a:lnTo>
                <a:lnTo>
                  <a:pt x="13" y="193"/>
                </a:lnTo>
                <a:lnTo>
                  <a:pt x="0" y="157"/>
                </a:lnTo>
                <a:lnTo>
                  <a:pt x="60" y="0"/>
                </a:lnTo>
                <a:close/>
              </a:path>
            </a:pathLst>
          </a:custGeom>
          <a:solidFill>
            <a:schemeClr val="accent1">
              <a:lumMod val="75000"/>
              <a:alpha val="3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93" name="任意多边形 92"/>
          <p:cNvSpPr/>
          <p:nvPr/>
        </p:nvSpPr>
        <p:spPr>
          <a:xfrm>
            <a:off x="6882768" y="4427220"/>
            <a:ext cx="78737" cy="1587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24" h="25">
                <a:moveTo>
                  <a:pt x="0" y="0"/>
                </a:moveTo>
                <a:lnTo>
                  <a:pt x="115" y="0"/>
                </a:lnTo>
                <a:lnTo>
                  <a:pt x="124" y="25"/>
                </a:lnTo>
                <a:lnTo>
                  <a:pt x="9" y="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3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94" name="任意多边形 93"/>
          <p:cNvSpPr/>
          <p:nvPr/>
        </p:nvSpPr>
        <p:spPr>
          <a:xfrm>
            <a:off x="6849518" y="4233404"/>
            <a:ext cx="63044" cy="170548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9" h="269">
                <a:moveTo>
                  <a:pt x="60" y="0"/>
                </a:moveTo>
                <a:lnTo>
                  <a:pt x="99" y="112"/>
                </a:lnTo>
                <a:lnTo>
                  <a:pt x="39" y="269"/>
                </a:lnTo>
                <a:lnTo>
                  <a:pt x="0" y="157"/>
                </a:lnTo>
                <a:lnTo>
                  <a:pt x="60" y="0"/>
                </a:lnTo>
                <a:close/>
              </a:path>
            </a:pathLst>
          </a:custGeom>
          <a:solidFill>
            <a:schemeClr val="accent1">
              <a:lumMod val="75000"/>
              <a:alpha val="3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95" name="任意多边形 94"/>
          <p:cNvSpPr/>
          <p:nvPr/>
        </p:nvSpPr>
        <p:spPr>
          <a:xfrm>
            <a:off x="5940425" y="2857500"/>
            <a:ext cx="49797" cy="67799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8" h="107">
                <a:moveTo>
                  <a:pt x="0" y="0"/>
                </a:moveTo>
                <a:lnTo>
                  <a:pt x="78" y="0"/>
                </a:lnTo>
                <a:lnTo>
                  <a:pt x="38" y="10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3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96" name="任意多边形 95"/>
          <p:cNvSpPr/>
          <p:nvPr/>
        </p:nvSpPr>
        <p:spPr>
          <a:xfrm>
            <a:off x="6167671" y="2863051"/>
            <a:ext cx="719850" cy="1469928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34" h="2315">
                <a:moveTo>
                  <a:pt x="372" y="0"/>
                </a:moveTo>
                <a:lnTo>
                  <a:pt x="1134" y="2158"/>
                </a:lnTo>
                <a:lnTo>
                  <a:pt x="1074" y="2315"/>
                </a:lnTo>
                <a:lnTo>
                  <a:pt x="601" y="975"/>
                </a:lnTo>
                <a:lnTo>
                  <a:pt x="0" y="975"/>
                </a:lnTo>
                <a:lnTo>
                  <a:pt x="372" y="0"/>
                </a:lnTo>
                <a:close/>
              </a:path>
            </a:pathLst>
          </a:custGeom>
          <a:solidFill>
            <a:schemeClr val="accent1">
              <a:lumMod val="75000"/>
              <a:alpha val="3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97" name="任意多边形 96"/>
          <p:cNvSpPr/>
          <p:nvPr/>
        </p:nvSpPr>
        <p:spPr>
          <a:xfrm>
            <a:off x="6155730" y="3467735"/>
            <a:ext cx="9485" cy="12914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5" h="20">
                <a:moveTo>
                  <a:pt x="0" y="0"/>
                </a:moveTo>
                <a:lnTo>
                  <a:pt x="15" y="0"/>
                </a:lnTo>
                <a:lnTo>
                  <a:pt x="7" y="2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3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98" name="任意多边形 97"/>
          <p:cNvSpPr/>
          <p:nvPr/>
        </p:nvSpPr>
        <p:spPr>
          <a:xfrm>
            <a:off x="6160883" y="3482340"/>
            <a:ext cx="6788" cy="9242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" h="15">
                <a:moveTo>
                  <a:pt x="0" y="0"/>
                </a:moveTo>
                <a:lnTo>
                  <a:pt x="11" y="0"/>
                </a:lnTo>
                <a:lnTo>
                  <a:pt x="5" y="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3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99" name="任意多边形 98"/>
          <p:cNvSpPr/>
          <p:nvPr/>
        </p:nvSpPr>
        <p:spPr>
          <a:xfrm>
            <a:off x="5964346" y="2857500"/>
            <a:ext cx="439682" cy="62484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92" h="984">
                <a:moveTo>
                  <a:pt x="41" y="0"/>
                </a:moveTo>
                <a:lnTo>
                  <a:pt x="689" y="0"/>
                </a:lnTo>
                <a:lnTo>
                  <a:pt x="692" y="9"/>
                </a:lnTo>
                <a:lnTo>
                  <a:pt x="320" y="984"/>
                </a:lnTo>
                <a:lnTo>
                  <a:pt x="310" y="984"/>
                </a:lnTo>
                <a:lnTo>
                  <a:pt x="309" y="981"/>
                </a:lnTo>
                <a:lnTo>
                  <a:pt x="316" y="961"/>
                </a:lnTo>
                <a:lnTo>
                  <a:pt x="301" y="961"/>
                </a:lnTo>
                <a:lnTo>
                  <a:pt x="0" y="107"/>
                </a:lnTo>
                <a:lnTo>
                  <a:pt x="41" y="0"/>
                </a:lnTo>
                <a:close/>
              </a:path>
            </a:pathLst>
          </a:custGeom>
          <a:solidFill>
            <a:schemeClr val="accent1">
              <a:lumMod val="75000"/>
              <a:alpha val="3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00" name="任意多边形 99"/>
          <p:cNvSpPr/>
          <p:nvPr/>
        </p:nvSpPr>
        <p:spPr>
          <a:xfrm>
            <a:off x="6087745" y="3482340"/>
            <a:ext cx="71896" cy="97887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3" h="154">
                <a:moveTo>
                  <a:pt x="0" y="0"/>
                </a:moveTo>
                <a:lnTo>
                  <a:pt x="113" y="0"/>
                </a:lnTo>
                <a:lnTo>
                  <a:pt x="54" y="15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3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01" name="任意多边形 100"/>
          <p:cNvSpPr/>
          <p:nvPr/>
        </p:nvSpPr>
        <p:spPr>
          <a:xfrm>
            <a:off x="5387975" y="4427220"/>
            <a:ext cx="24550" cy="82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9" h="13">
                <a:moveTo>
                  <a:pt x="5" y="0"/>
                </a:moveTo>
                <a:lnTo>
                  <a:pt x="33" y="0"/>
                </a:lnTo>
                <a:lnTo>
                  <a:pt x="39" y="13"/>
                </a:lnTo>
                <a:lnTo>
                  <a:pt x="0" y="13"/>
                </a:lnTo>
                <a:lnTo>
                  <a:pt x="5" y="0"/>
                </a:lnTo>
                <a:close/>
              </a:path>
            </a:pathLst>
          </a:custGeom>
          <a:solidFill>
            <a:schemeClr val="accent1">
              <a:lumMod val="75000"/>
              <a:alpha val="3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02" name="任意多边形 101"/>
          <p:cNvSpPr/>
          <p:nvPr/>
        </p:nvSpPr>
        <p:spPr>
          <a:xfrm>
            <a:off x="5409077" y="3467735"/>
            <a:ext cx="751209" cy="96774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83" h="1524">
                <a:moveTo>
                  <a:pt x="548" y="0"/>
                </a:moveTo>
                <a:lnTo>
                  <a:pt x="1176" y="0"/>
                </a:lnTo>
                <a:lnTo>
                  <a:pt x="1183" y="20"/>
                </a:lnTo>
                <a:lnTo>
                  <a:pt x="1182" y="23"/>
                </a:lnTo>
                <a:lnTo>
                  <a:pt x="1069" y="23"/>
                </a:lnTo>
                <a:lnTo>
                  <a:pt x="1123" y="177"/>
                </a:lnTo>
                <a:lnTo>
                  <a:pt x="609" y="1524"/>
                </a:lnTo>
                <a:lnTo>
                  <a:pt x="5" y="1524"/>
                </a:lnTo>
                <a:lnTo>
                  <a:pt x="0" y="1511"/>
                </a:lnTo>
                <a:lnTo>
                  <a:pt x="338" y="1511"/>
                </a:lnTo>
                <a:lnTo>
                  <a:pt x="338" y="1165"/>
                </a:lnTo>
                <a:lnTo>
                  <a:pt x="338" y="552"/>
                </a:lnTo>
                <a:lnTo>
                  <a:pt x="548" y="0"/>
                </a:lnTo>
                <a:close/>
              </a:path>
            </a:pathLst>
          </a:custGeom>
          <a:solidFill>
            <a:schemeClr val="accent1">
              <a:lumMod val="75000"/>
              <a:alpha val="3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03" name="任意多边形 102"/>
          <p:cNvSpPr/>
          <p:nvPr/>
        </p:nvSpPr>
        <p:spPr>
          <a:xfrm>
            <a:off x="6122281" y="3482340"/>
            <a:ext cx="41863" cy="108821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6" h="171">
                <a:moveTo>
                  <a:pt x="59" y="0"/>
                </a:moveTo>
                <a:lnTo>
                  <a:pt x="61" y="0"/>
                </a:lnTo>
                <a:lnTo>
                  <a:pt x="66" y="15"/>
                </a:lnTo>
                <a:lnTo>
                  <a:pt x="6" y="171"/>
                </a:lnTo>
                <a:lnTo>
                  <a:pt x="0" y="154"/>
                </a:lnTo>
                <a:lnTo>
                  <a:pt x="59" y="0"/>
                </a:lnTo>
                <a:close/>
              </a:path>
            </a:pathLst>
          </a:custGeom>
          <a:solidFill>
            <a:schemeClr val="accent1">
              <a:lumMod val="75000"/>
              <a:alpha val="3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04" name="任意多边形 103"/>
          <p:cNvSpPr/>
          <p:nvPr/>
        </p:nvSpPr>
        <p:spPr>
          <a:xfrm>
            <a:off x="5990222" y="2849880"/>
            <a:ext cx="418833" cy="13171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60" h="21">
                <a:moveTo>
                  <a:pt x="5" y="0"/>
                </a:moveTo>
                <a:lnTo>
                  <a:pt x="660" y="0"/>
                </a:lnTo>
                <a:lnTo>
                  <a:pt x="652" y="21"/>
                </a:lnTo>
                <a:lnTo>
                  <a:pt x="649" y="12"/>
                </a:lnTo>
                <a:lnTo>
                  <a:pt x="0" y="12"/>
                </a:lnTo>
                <a:lnTo>
                  <a:pt x="5" y="0"/>
                </a:lnTo>
                <a:close/>
              </a:path>
            </a:pathLst>
          </a:custGeom>
          <a:solidFill>
            <a:schemeClr val="accent1">
              <a:lumMod val="75000"/>
              <a:alpha val="3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05" name="任意多边形 104"/>
          <p:cNvSpPr/>
          <p:nvPr/>
        </p:nvSpPr>
        <p:spPr>
          <a:xfrm>
            <a:off x="5757321" y="2925299"/>
            <a:ext cx="398409" cy="542436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27" h="854">
                <a:moveTo>
                  <a:pt x="326" y="0"/>
                </a:moveTo>
                <a:lnTo>
                  <a:pt x="627" y="854"/>
                </a:lnTo>
                <a:lnTo>
                  <a:pt x="0" y="854"/>
                </a:lnTo>
                <a:lnTo>
                  <a:pt x="326" y="0"/>
                </a:lnTo>
                <a:close/>
              </a:path>
            </a:pathLst>
          </a:custGeom>
          <a:solidFill>
            <a:schemeClr val="accent1">
              <a:lumMod val="75000"/>
              <a:alpha val="3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06" name="任意多边形 105"/>
          <p:cNvSpPr/>
          <p:nvPr/>
        </p:nvSpPr>
        <p:spPr>
          <a:xfrm>
            <a:off x="6159641" y="3480649"/>
            <a:ext cx="1242" cy="1691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" h="3">
                <a:moveTo>
                  <a:pt x="1" y="0"/>
                </a:moveTo>
                <a:lnTo>
                  <a:pt x="2" y="3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chemeClr val="accent1">
              <a:lumMod val="75000"/>
              <a:alpha val="3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07" name="任意多边形 106"/>
          <p:cNvSpPr/>
          <p:nvPr/>
        </p:nvSpPr>
        <p:spPr>
          <a:xfrm>
            <a:off x="5795870" y="3580227"/>
            <a:ext cx="330269" cy="855248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20" h="1347">
                <a:moveTo>
                  <a:pt x="514" y="0"/>
                </a:moveTo>
                <a:lnTo>
                  <a:pt x="520" y="17"/>
                </a:lnTo>
                <a:lnTo>
                  <a:pt x="13" y="1347"/>
                </a:lnTo>
                <a:lnTo>
                  <a:pt x="0" y="1347"/>
                </a:lnTo>
                <a:lnTo>
                  <a:pt x="514" y="0"/>
                </a:lnTo>
                <a:close/>
              </a:path>
            </a:pathLst>
          </a:custGeom>
          <a:solidFill>
            <a:schemeClr val="accent1">
              <a:lumMod val="75000"/>
              <a:alpha val="3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08" name="任意多边形 107"/>
          <p:cNvSpPr/>
          <p:nvPr/>
        </p:nvSpPr>
        <p:spPr>
          <a:xfrm>
            <a:off x="5391126" y="4404760"/>
            <a:ext cx="17952" cy="2246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8" h="35">
                <a:moveTo>
                  <a:pt x="13" y="0"/>
                </a:moveTo>
                <a:lnTo>
                  <a:pt x="28" y="35"/>
                </a:lnTo>
                <a:lnTo>
                  <a:pt x="0" y="35"/>
                </a:lnTo>
                <a:lnTo>
                  <a:pt x="13" y="0"/>
                </a:lnTo>
                <a:close/>
              </a:path>
            </a:pathLst>
          </a:custGeom>
          <a:solidFill>
            <a:schemeClr val="accent1">
              <a:lumMod val="75000"/>
              <a:alpha val="3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09" name="任意多边形 108"/>
          <p:cNvSpPr/>
          <p:nvPr/>
        </p:nvSpPr>
        <p:spPr>
          <a:xfrm>
            <a:off x="5399698" y="4207510"/>
            <a:ext cx="223862" cy="2197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53" h="346">
                <a:moveTo>
                  <a:pt x="119" y="0"/>
                </a:moveTo>
                <a:lnTo>
                  <a:pt x="353" y="0"/>
                </a:lnTo>
                <a:lnTo>
                  <a:pt x="353" y="346"/>
                </a:lnTo>
                <a:lnTo>
                  <a:pt x="15" y="346"/>
                </a:lnTo>
                <a:lnTo>
                  <a:pt x="0" y="311"/>
                </a:lnTo>
                <a:lnTo>
                  <a:pt x="119" y="0"/>
                </a:lnTo>
                <a:close/>
              </a:path>
            </a:pathLst>
          </a:custGeom>
          <a:solidFill>
            <a:schemeClr val="accent1">
              <a:lumMod val="75000"/>
              <a:alpha val="3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10" name="任意多边形 109"/>
          <p:cNvSpPr/>
          <p:nvPr/>
        </p:nvSpPr>
        <p:spPr>
          <a:xfrm>
            <a:off x="5383094" y="4394712"/>
            <a:ext cx="16603" cy="32508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6" h="51">
                <a:moveTo>
                  <a:pt x="20" y="0"/>
                </a:moveTo>
                <a:lnTo>
                  <a:pt x="26" y="16"/>
                </a:lnTo>
                <a:lnTo>
                  <a:pt x="13" y="51"/>
                </a:lnTo>
                <a:lnTo>
                  <a:pt x="0" y="51"/>
                </a:lnTo>
                <a:lnTo>
                  <a:pt x="20" y="0"/>
                </a:lnTo>
                <a:close/>
              </a:path>
            </a:pathLst>
          </a:custGeom>
          <a:solidFill>
            <a:schemeClr val="accent1">
              <a:lumMod val="75000"/>
              <a:alpha val="3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11" name="任意多边形 110"/>
          <p:cNvSpPr/>
          <p:nvPr/>
        </p:nvSpPr>
        <p:spPr>
          <a:xfrm>
            <a:off x="5395501" y="4207510"/>
            <a:ext cx="79478" cy="19725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25" h="311">
                <a:moveTo>
                  <a:pt x="113" y="0"/>
                </a:moveTo>
                <a:lnTo>
                  <a:pt x="125" y="0"/>
                </a:lnTo>
                <a:lnTo>
                  <a:pt x="7" y="311"/>
                </a:lnTo>
                <a:lnTo>
                  <a:pt x="0" y="295"/>
                </a:lnTo>
                <a:lnTo>
                  <a:pt x="113" y="0"/>
                </a:lnTo>
                <a:close/>
              </a:path>
            </a:pathLst>
          </a:custGeom>
          <a:solidFill>
            <a:schemeClr val="accent1">
              <a:lumMod val="75000"/>
              <a:alpha val="3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12" name="任意多边形 111"/>
          <p:cNvSpPr/>
          <p:nvPr/>
        </p:nvSpPr>
        <p:spPr>
          <a:xfrm>
            <a:off x="4914125" y="4237990"/>
            <a:ext cx="481376" cy="18923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58" h="298">
                <a:moveTo>
                  <a:pt x="0" y="0"/>
                </a:moveTo>
                <a:lnTo>
                  <a:pt x="655" y="0"/>
                </a:lnTo>
                <a:lnTo>
                  <a:pt x="758" y="247"/>
                </a:lnTo>
                <a:lnTo>
                  <a:pt x="739" y="298"/>
                </a:lnTo>
                <a:lnTo>
                  <a:pt x="124" y="29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3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13" name="任意多边形 112"/>
          <p:cNvSpPr/>
          <p:nvPr/>
        </p:nvSpPr>
        <p:spPr>
          <a:xfrm>
            <a:off x="4660265" y="4207510"/>
            <a:ext cx="806683" cy="2197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270" h="346">
                <a:moveTo>
                  <a:pt x="0" y="0"/>
                </a:moveTo>
                <a:lnTo>
                  <a:pt x="448" y="0"/>
                </a:lnTo>
                <a:lnTo>
                  <a:pt x="1270" y="0"/>
                </a:lnTo>
                <a:lnTo>
                  <a:pt x="1158" y="295"/>
                </a:lnTo>
                <a:lnTo>
                  <a:pt x="1055" y="48"/>
                </a:lnTo>
                <a:lnTo>
                  <a:pt x="400" y="48"/>
                </a:lnTo>
                <a:lnTo>
                  <a:pt x="524" y="346"/>
                </a:lnTo>
                <a:lnTo>
                  <a:pt x="0" y="34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3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14" name="任意多边形 113"/>
          <p:cNvSpPr/>
          <p:nvPr/>
        </p:nvSpPr>
        <p:spPr>
          <a:xfrm>
            <a:off x="5474980" y="4207510"/>
            <a:ext cx="148580" cy="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34">
                <a:moveTo>
                  <a:pt x="234" y="0"/>
                </a:moveTo>
                <a:lnTo>
                  <a:pt x="0" y="0"/>
                </a:lnTo>
                <a:lnTo>
                  <a:pt x="234" y="0"/>
                </a:lnTo>
                <a:close/>
              </a:path>
            </a:pathLst>
          </a:custGeom>
          <a:solidFill>
            <a:schemeClr val="accent1">
              <a:lumMod val="75000"/>
              <a:alpha val="3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15" name="任意多边形 114"/>
          <p:cNvSpPr/>
          <p:nvPr/>
        </p:nvSpPr>
        <p:spPr>
          <a:xfrm>
            <a:off x="5466948" y="4207510"/>
            <a:ext cx="8032" cy="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3">
                <a:moveTo>
                  <a:pt x="13" y="0"/>
                </a:moveTo>
                <a:lnTo>
                  <a:pt x="0" y="0"/>
                </a:lnTo>
                <a:lnTo>
                  <a:pt x="13" y="0"/>
                </a:lnTo>
                <a:close/>
              </a:path>
            </a:pathLst>
          </a:custGeom>
          <a:solidFill>
            <a:schemeClr val="accent1">
              <a:lumMod val="75000"/>
              <a:alpha val="3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16" name="任意多边形 115"/>
          <p:cNvSpPr/>
          <p:nvPr/>
        </p:nvSpPr>
        <p:spPr>
          <a:xfrm>
            <a:off x="4944745" y="4207510"/>
            <a:ext cx="522203" cy="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22">
                <a:moveTo>
                  <a:pt x="822" y="0"/>
                </a:moveTo>
                <a:lnTo>
                  <a:pt x="0" y="0"/>
                </a:lnTo>
                <a:lnTo>
                  <a:pt x="822" y="0"/>
                </a:lnTo>
                <a:close/>
              </a:path>
            </a:pathLst>
          </a:custGeom>
          <a:solidFill>
            <a:schemeClr val="accent1">
              <a:lumMod val="75000"/>
              <a:alpha val="3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17" name="任意多边形 116"/>
          <p:cNvSpPr/>
          <p:nvPr/>
        </p:nvSpPr>
        <p:spPr>
          <a:xfrm>
            <a:off x="5474980" y="3818208"/>
            <a:ext cx="148580" cy="389302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34" h="613">
                <a:moveTo>
                  <a:pt x="234" y="0"/>
                </a:moveTo>
                <a:lnTo>
                  <a:pt x="234" y="613"/>
                </a:lnTo>
                <a:lnTo>
                  <a:pt x="0" y="613"/>
                </a:lnTo>
                <a:lnTo>
                  <a:pt x="234" y="0"/>
                </a:lnTo>
                <a:close/>
              </a:path>
            </a:pathLst>
          </a:custGeom>
          <a:solidFill>
            <a:schemeClr val="accent1">
              <a:lumMod val="75000"/>
              <a:alpha val="3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18" name="任意多边形 117"/>
          <p:cNvSpPr/>
          <p:nvPr/>
        </p:nvSpPr>
        <p:spPr>
          <a:xfrm>
            <a:off x="5466948" y="3797163"/>
            <a:ext cx="156612" cy="410347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47" h="646">
                <a:moveTo>
                  <a:pt x="247" y="0"/>
                </a:moveTo>
                <a:lnTo>
                  <a:pt x="247" y="33"/>
                </a:lnTo>
                <a:lnTo>
                  <a:pt x="13" y="646"/>
                </a:lnTo>
                <a:lnTo>
                  <a:pt x="0" y="646"/>
                </a:lnTo>
                <a:lnTo>
                  <a:pt x="247" y="0"/>
                </a:lnTo>
                <a:close/>
              </a:path>
            </a:pathLst>
          </a:custGeom>
          <a:solidFill>
            <a:schemeClr val="accent1">
              <a:lumMod val="75000"/>
              <a:alpha val="3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19" name="任意多边形 118"/>
          <p:cNvSpPr/>
          <p:nvPr/>
        </p:nvSpPr>
        <p:spPr>
          <a:xfrm>
            <a:off x="4944745" y="3785235"/>
            <a:ext cx="678815" cy="42227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069" h="665">
                <a:moveTo>
                  <a:pt x="0" y="0"/>
                </a:moveTo>
                <a:lnTo>
                  <a:pt x="1069" y="0"/>
                </a:lnTo>
                <a:lnTo>
                  <a:pt x="1069" y="19"/>
                </a:lnTo>
                <a:lnTo>
                  <a:pt x="822" y="665"/>
                </a:lnTo>
                <a:lnTo>
                  <a:pt x="0" y="66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3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20" name="任意多边形 119"/>
          <p:cNvSpPr/>
          <p:nvPr/>
        </p:nvSpPr>
        <p:spPr>
          <a:xfrm>
            <a:off x="3604895" y="4862830"/>
            <a:ext cx="1055370" cy="1905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662" h="300">
                <a:moveTo>
                  <a:pt x="0" y="0"/>
                </a:moveTo>
                <a:lnTo>
                  <a:pt x="724" y="0"/>
                </a:lnTo>
                <a:lnTo>
                  <a:pt x="1661" y="0"/>
                </a:lnTo>
                <a:lnTo>
                  <a:pt x="1662" y="0"/>
                </a:lnTo>
                <a:lnTo>
                  <a:pt x="1662" y="300"/>
                </a:lnTo>
                <a:lnTo>
                  <a:pt x="0" y="3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3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21" name="任意多边形 120"/>
          <p:cNvSpPr/>
          <p:nvPr/>
        </p:nvSpPr>
        <p:spPr>
          <a:xfrm>
            <a:off x="4064635" y="4862830"/>
            <a:ext cx="594995" cy="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37">
                <a:moveTo>
                  <a:pt x="937" y="0"/>
                </a:moveTo>
                <a:lnTo>
                  <a:pt x="0" y="0"/>
                </a:lnTo>
                <a:lnTo>
                  <a:pt x="937" y="0"/>
                </a:lnTo>
                <a:close/>
              </a:path>
            </a:pathLst>
          </a:custGeom>
          <a:solidFill>
            <a:schemeClr val="accent1">
              <a:lumMod val="75000"/>
              <a:alpha val="3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22" name="任意多边形 121"/>
          <p:cNvSpPr/>
          <p:nvPr/>
        </p:nvSpPr>
        <p:spPr>
          <a:xfrm>
            <a:off x="4064635" y="4523740"/>
            <a:ext cx="594995" cy="33909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37" h="534">
                <a:moveTo>
                  <a:pt x="0" y="0"/>
                </a:moveTo>
                <a:lnTo>
                  <a:pt x="604" y="0"/>
                </a:lnTo>
                <a:lnTo>
                  <a:pt x="937" y="0"/>
                </a:lnTo>
                <a:lnTo>
                  <a:pt x="937" y="534"/>
                </a:lnTo>
                <a:lnTo>
                  <a:pt x="0" y="53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3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23" name="任意多边形 122"/>
          <p:cNvSpPr/>
          <p:nvPr/>
        </p:nvSpPr>
        <p:spPr>
          <a:xfrm>
            <a:off x="4448175" y="4523740"/>
            <a:ext cx="211455" cy="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33">
                <a:moveTo>
                  <a:pt x="333" y="0"/>
                </a:moveTo>
                <a:lnTo>
                  <a:pt x="0" y="0"/>
                </a:lnTo>
                <a:lnTo>
                  <a:pt x="333" y="0"/>
                </a:lnTo>
                <a:close/>
              </a:path>
            </a:pathLst>
          </a:custGeom>
          <a:solidFill>
            <a:schemeClr val="accent1">
              <a:lumMod val="75000"/>
              <a:alpha val="3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24" name="任意多边形 123"/>
          <p:cNvSpPr/>
          <p:nvPr/>
        </p:nvSpPr>
        <p:spPr>
          <a:xfrm>
            <a:off x="4660265" y="4207510"/>
            <a:ext cx="0" cy="2197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h="346">
                <a:moveTo>
                  <a:pt x="0" y="346"/>
                </a:moveTo>
                <a:lnTo>
                  <a:pt x="0" y="0"/>
                </a:lnTo>
                <a:lnTo>
                  <a:pt x="0" y="346"/>
                </a:lnTo>
                <a:close/>
              </a:path>
            </a:pathLst>
          </a:custGeom>
          <a:solidFill>
            <a:schemeClr val="accent1">
              <a:lumMod val="75000"/>
              <a:alpha val="3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7750" y="1962150"/>
            <a:ext cx="2421890" cy="2495550"/>
          </a:xfrm>
          <a:prstGeom prst="rect">
            <a:avLst/>
          </a:prstGeom>
        </p:spPr>
      </p:pic>
      <p:sp>
        <p:nvSpPr>
          <p:cNvPr id="32" name="任意多边形 31"/>
          <p:cNvSpPr/>
          <p:nvPr/>
        </p:nvSpPr>
        <p:spPr>
          <a:xfrm rot="1260000" flipH="1">
            <a:off x="5884908" y="2973392"/>
            <a:ext cx="76200" cy="3345972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20" h="5269">
                <a:moveTo>
                  <a:pt x="0" y="0"/>
                </a:moveTo>
                <a:lnTo>
                  <a:pt x="113" y="43"/>
                </a:lnTo>
                <a:lnTo>
                  <a:pt x="110" y="1112"/>
                </a:lnTo>
                <a:lnTo>
                  <a:pt x="120" y="1116"/>
                </a:lnTo>
                <a:lnTo>
                  <a:pt x="120" y="1926"/>
                </a:lnTo>
                <a:lnTo>
                  <a:pt x="102" y="1945"/>
                </a:lnTo>
                <a:lnTo>
                  <a:pt x="102" y="2152"/>
                </a:lnTo>
                <a:lnTo>
                  <a:pt x="120" y="2158"/>
                </a:lnTo>
                <a:lnTo>
                  <a:pt x="120" y="5269"/>
                </a:lnTo>
                <a:lnTo>
                  <a:pt x="0" y="5269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33" name="任意多边形 32"/>
          <p:cNvSpPr/>
          <p:nvPr/>
        </p:nvSpPr>
        <p:spPr>
          <a:xfrm rot="20220000" flipH="1">
            <a:off x="3056627" y="2337701"/>
            <a:ext cx="76200" cy="398017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20" h="6268">
                <a:moveTo>
                  <a:pt x="120" y="0"/>
                </a:moveTo>
                <a:lnTo>
                  <a:pt x="120" y="6268"/>
                </a:lnTo>
                <a:lnTo>
                  <a:pt x="0" y="6268"/>
                </a:lnTo>
                <a:lnTo>
                  <a:pt x="0" y="51"/>
                </a:lnTo>
                <a:lnTo>
                  <a:pt x="120" y="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37" name="任意多边形 36"/>
          <p:cNvSpPr/>
          <p:nvPr/>
        </p:nvSpPr>
        <p:spPr>
          <a:xfrm>
            <a:off x="6739786" y="3308350"/>
            <a:ext cx="135428" cy="352803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13" h="556">
                <a:moveTo>
                  <a:pt x="212" y="0"/>
                </a:moveTo>
                <a:lnTo>
                  <a:pt x="213" y="0"/>
                </a:lnTo>
                <a:lnTo>
                  <a:pt x="0" y="556"/>
                </a:lnTo>
                <a:lnTo>
                  <a:pt x="212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8" name="任意多边形 37"/>
          <p:cNvSpPr/>
          <p:nvPr/>
        </p:nvSpPr>
        <p:spPr>
          <a:xfrm>
            <a:off x="6254670" y="4267835"/>
            <a:ext cx="252233" cy="65709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97" h="1035">
                <a:moveTo>
                  <a:pt x="395" y="0"/>
                </a:moveTo>
                <a:lnTo>
                  <a:pt x="397" y="0"/>
                </a:lnTo>
                <a:lnTo>
                  <a:pt x="0" y="1035"/>
                </a:lnTo>
                <a:lnTo>
                  <a:pt x="395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4" name="任意多边形 43"/>
          <p:cNvSpPr/>
          <p:nvPr/>
        </p:nvSpPr>
        <p:spPr>
          <a:xfrm rot="1260000" flipH="1">
            <a:off x="4135898" y="4209713"/>
            <a:ext cx="15561" cy="222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5" h="35">
                <a:moveTo>
                  <a:pt x="25" y="0"/>
                </a:moveTo>
                <a:lnTo>
                  <a:pt x="25" y="35"/>
                </a:lnTo>
                <a:lnTo>
                  <a:pt x="0" y="26"/>
                </a:lnTo>
                <a:lnTo>
                  <a:pt x="25" y="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5" name="任意多边形 44"/>
          <p:cNvSpPr/>
          <p:nvPr/>
        </p:nvSpPr>
        <p:spPr>
          <a:xfrm rot="1260000" flipH="1">
            <a:off x="4071813" y="4115093"/>
            <a:ext cx="76200" cy="13138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20" h="207">
                <a:moveTo>
                  <a:pt x="120" y="0"/>
                </a:moveTo>
                <a:lnTo>
                  <a:pt x="120" y="207"/>
                </a:lnTo>
                <a:lnTo>
                  <a:pt x="0" y="161"/>
                </a:lnTo>
                <a:lnTo>
                  <a:pt x="0" y="126"/>
                </a:lnTo>
                <a:lnTo>
                  <a:pt x="120" y="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6" name="任意多边形 45"/>
          <p:cNvSpPr/>
          <p:nvPr/>
        </p:nvSpPr>
        <p:spPr>
          <a:xfrm rot="1260000" flipH="1">
            <a:off x="4289712" y="2990949"/>
            <a:ext cx="76200" cy="1244387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20" h="1960">
                <a:moveTo>
                  <a:pt x="0" y="0"/>
                </a:moveTo>
                <a:lnTo>
                  <a:pt x="120" y="0"/>
                </a:lnTo>
                <a:lnTo>
                  <a:pt x="120" y="1834"/>
                </a:lnTo>
                <a:lnTo>
                  <a:pt x="0" y="196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8" name="任意多边形 47"/>
          <p:cNvSpPr/>
          <p:nvPr/>
        </p:nvSpPr>
        <p:spPr>
          <a:xfrm rot="1260000" flipH="1">
            <a:off x="3753894" y="2168236"/>
            <a:ext cx="6086" cy="681228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0" h="1073">
                <a:moveTo>
                  <a:pt x="2" y="0"/>
                </a:moveTo>
                <a:lnTo>
                  <a:pt x="10" y="3"/>
                </a:lnTo>
                <a:lnTo>
                  <a:pt x="10" y="1073"/>
                </a:lnTo>
                <a:lnTo>
                  <a:pt x="0" y="1069"/>
                </a:lnTo>
                <a:lnTo>
                  <a:pt x="2" y="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9" name="任意多边形 48"/>
          <p:cNvSpPr/>
          <p:nvPr/>
        </p:nvSpPr>
        <p:spPr>
          <a:xfrm rot="1260000" flipH="1">
            <a:off x="3420915" y="3303019"/>
            <a:ext cx="11252" cy="1475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" h="232">
                <a:moveTo>
                  <a:pt x="18" y="0"/>
                </a:moveTo>
                <a:lnTo>
                  <a:pt x="18" y="232"/>
                </a:lnTo>
                <a:lnTo>
                  <a:pt x="0" y="225"/>
                </a:lnTo>
                <a:lnTo>
                  <a:pt x="0" y="19"/>
                </a:lnTo>
                <a:lnTo>
                  <a:pt x="18" y="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0" name="矩形 49"/>
          <p:cNvSpPr/>
          <p:nvPr/>
        </p:nvSpPr>
        <p:spPr>
          <a:xfrm rot="20220000" flipH="1">
            <a:off x="3060065" y="1857375"/>
            <a:ext cx="76200" cy="461264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矩形 50"/>
          <p:cNvSpPr/>
          <p:nvPr/>
        </p:nvSpPr>
        <p:spPr>
          <a:xfrm rot="20220000" flipH="1">
            <a:off x="3187065" y="1984375"/>
            <a:ext cx="76200" cy="461264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矩形 51"/>
          <p:cNvSpPr/>
          <p:nvPr/>
        </p:nvSpPr>
        <p:spPr>
          <a:xfrm rot="20220000" flipH="1">
            <a:off x="3314065" y="2111375"/>
            <a:ext cx="76200" cy="461264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任意多边形 52"/>
          <p:cNvSpPr/>
          <p:nvPr/>
        </p:nvSpPr>
        <p:spPr>
          <a:xfrm rot="20400000" flipH="1">
            <a:off x="9443720" y="1356360"/>
            <a:ext cx="76200" cy="46126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20" h="7264">
                <a:moveTo>
                  <a:pt x="0" y="0"/>
                </a:moveTo>
                <a:lnTo>
                  <a:pt x="120" y="0"/>
                </a:lnTo>
                <a:lnTo>
                  <a:pt x="120" y="7264"/>
                </a:lnTo>
                <a:lnTo>
                  <a:pt x="0" y="7264"/>
                </a:lnTo>
                <a:lnTo>
                  <a:pt x="0" y="2018"/>
                </a:lnTo>
                <a:lnTo>
                  <a:pt x="9" y="2015"/>
                </a:lnTo>
                <a:lnTo>
                  <a:pt x="47" y="2001"/>
                </a:lnTo>
                <a:lnTo>
                  <a:pt x="9" y="1956"/>
                </a:lnTo>
                <a:lnTo>
                  <a:pt x="0" y="1092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58" name="任意多边形 57"/>
          <p:cNvSpPr/>
          <p:nvPr/>
        </p:nvSpPr>
        <p:spPr>
          <a:xfrm rot="20220000" flipH="1">
            <a:off x="2250876" y="2480464"/>
            <a:ext cx="25021" cy="36672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9" h="58">
                <a:moveTo>
                  <a:pt x="0" y="0"/>
                </a:moveTo>
                <a:lnTo>
                  <a:pt x="39" y="41"/>
                </a:lnTo>
                <a:lnTo>
                  <a:pt x="0" y="58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9" name="任意多边形 58"/>
          <p:cNvSpPr/>
          <p:nvPr/>
        </p:nvSpPr>
        <p:spPr>
          <a:xfrm rot="20220000" flipH="1">
            <a:off x="2262692" y="2383217"/>
            <a:ext cx="76200" cy="148357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20" h="234">
                <a:moveTo>
                  <a:pt x="0" y="0"/>
                </a:moveTo>
                <a:lnTo>
                  <a:pt x="120" y="125"/>
                </a:lnTo>
                <a:lnTo>
                  <a:pt x="120" y="183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25" name="任意多边形 124"/>
          <p:cNvSpPr/>
          <p:nvPr/>
        </p:nvSpPr>
        <p:spPr>
          <a:xfrm rot="20220000" flipH="1">
            <a:off x="2148311" y="1890035"/>
            <a:ext cx="76200" cy="595793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20" h="938">
                <a:moveTo>
                  <a:pt x="0" y="0"/>
                </a:moveTo>
                <a:lnTo>
                  <a:pt x="120" y="0"/>
                </a:lnTo>
                <a:lnTo>
                  <a:pt x="120" y="938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27" name="任意多边形 126"/>
          <p:cNvSpPr/>
          <p:nvPr/>
        </p:nvSpPr>
        <p:spPr>
          <a:xfrm rot="20400000" flipH="1">
            <a:off x="9037355" y="2121339"/>
            <a:ext cx="30091" cy="58822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7" h="926">
                <a:moveTo>
                  <a:pt x="0" y="0"/>
                </a:moveTo>
                <a:lnTo>
                  <a:pt x="9" y="864"/>
                </a:lnTo>
                <a:lnTo>
                  <a:pt x="47" y="909"/>
                </a:lnTo>
                <a:lnTo>
                  <a:pt x="9" y="923"/>
                </a:lnTo>
                <a:lnTo>
                  <a:pt x="0" y="926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圆角矩形 3"/>
          <p:cNvSpPr/>
          <p:nvPr/>
        </p:nvSpPr>
        <p:spPr>
          <a:xfrm>
            <a:off x="3243580" y="220980"/>
            <a:ext cx="6369685" cy="6369685"/>
          </a:xfrm>
          <a:prstGeom prst="roundRect">
            <a:avLst>
              <a:gd name="adj" fmla="val 18841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6" name="任意多边形 125"/>
          <p:cNvSpPr/>
          <p:nvPr/>
        </p:nvSpPr>
        <p:spPr>
          <a:xfrm rot="20400000" flipH="1">
            <a:off x="4560282" y="2634419"/>
            <a:ext cx="5451893" cy="273528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586" h="4308">
                <a:moveTo>
                  <a:pt x="677" y="0"/>
                </a:moveTo>
                <a:lnTo>
                  <a:pt x="3121" y="2811"/>
                </a:lnTo>
                <a:lnTo>
                  <a:pt x="3127" y="2806"/>
                </a:lnTo>
                <a:lnTo>
                  <a:pt x="3287" y="2991"/>
                </a:lnTo>
                <a:lnTo>
                  <a:pt x="3264" y="703"/>
                </a:lnTo>
                <a:lnTo>
                  <a:pt x="3249" y="686"/>
                </a:lnTo>
                <a:lnTo>
                  <a:pt x="3855" y="465"/>
                </a:lnTo>
                <a:lnTo>
                  <a:pt x="4887" y="1653"/>
                </a:lnTo>
                <a:lnTo>
                  <a:pt x="4901" y="1641"/>
                </a:lnTo>
                <a:lnTo>
                  <a:pt x="4922" y="1665"/>
                </a:lnTo>
                <a:lnTo>
                  <a:pt x="4915" y="1647"/>
                </a:lnTo>
                <a:lnTo>
                  <a:pt x="5920" y="1281"/>
                </a:lnTo>
                <a:lnTo>
                  <a:pt x="6147" y="1906"/>
                </a:lnTo>
                <a:lnTo>
                  <a:pt x="6568" y="1753"/>
                </a:lnTo>
                <a:lnTo>
                  <a:pt x="6882" y="1639"/>
                </a:lnTo>
                <a:lnTo>
                  <a:pt x="7053" y="2107"/>
                </a:lnTo>
                <a:lnTo>
                  <a:pt x="7620" y="1900"/>
                </a:lnTo>
                <a:lnTo>
                  <a:pt x="7803" y="2402"/>
                </a:lnTo>
                <a:lnTo>
                  <a:pt x="8483" y="2154"/>
                </a:lnTo>
                <a:lnTo>
                  <a:pt x="8586" y="2436"/>
                </a:lnTo>
                <a:lnTo>
                  <a:pt x="7024" y="3005"/>
                </a:lnTo>
                <a:lnTo>
                  <a:pt x="6921" y="2723"/>
                </a:lnTo>
                <a:lnTo>
                  <a:pt x="6922" y="2722"/>
                </a:lnTo>
                <a:lnTo>
                  <a:pt x="6740" y="2220"/>
                </a:lnTo>
                <a:lnTo>
                  <a:pt x="6739" y="2221"/>
                </a:lnTo>
                <a:lnTo>
                  <a:pt x="6687" y="2078"/>
                </a:lnTo>
                <a:lnTo>
                  <a:pt x="6194" y="2257"/>
                </a:lnTo>
                <a:lnTo>
                  <a:pt x="6155" y="3089"/>
                </a:lnTo>
                <a:lnTo>
                  <a:pt x="6157" y="3091"/>
                </a:lnTo>
                <a:lnTo>
                  <a:pt x="6145" y="3324"/>
                </a:lnTo>
                <a:lnTo>
                  <a:pt x="6144" y="3325"/>
                </a:lnTo>
                <a:lnTo>
                  <a:pt x="5692" y="3489"/>
                </a:lnTo>
                <a:lnTo>
                  <a:pt x="5692" y="3489"/>
                </a:lnTo>
                <a:lnTo>
                  <a:pt x="5540" y="3314"/>
                </a:lnTo>
                <a:lnTo>
                  <a:pt x="5540" y="3313"/>
                </a:lnTo>
                <a:lnTo>
                  <a:pt x="5011" y="2702"/>
                </a:lnTo>
                <a:lnTo>
                  <a:pt x="5008" y="2703"/>
                </a:lnTo>
                <a:lnTo>
                  <a:pt x="4306" y="1895"/>
                </a:lnTo>
                <a:lnTo>
                  <a:pt x="4299" y="1898"/>
                </a:lnTo>
                <a:lnTo>
                  <a:pt x="4067" y="1630"/>
                </a:lnTo>
                <a:lnTo>
                  <a:pt x="4083" y="3173"/>
                </a:lnTo>
                <a:lnTo>
                  <a:pt x="4083" y="4100"/>
                </a:lnTo>
                <a:lnTo>
                  <a:pt x="3514" y="4306"/>
                </a:lnTo>
                <a:lnTo>
                  <a:pt x="3511" y="4308"/>
                </a:lnTo>
                <a:lnTo>
                  <a:pt x="3406" y="4187"/>
                </a:lnTo>
                <a:lnTo>
                  <a:pt x="3406" y="4182"/>
                </a:lnTo>
                <a:lnTo>
                  <a:pt x="1765" y="2286"/>
                </a:lnTo>
                <a:lnTo>
                  <a:pt x="1768" y="2285"/>
                </a:lnTo>
                <a:lnTo>
                  <a:pt x="1751" y="2266"/>
                </a:lnTo>
                <a:lnTo>
                  <a:pt x="1750" y="2267"/>
                </a:lnTo>
                <a:lnTo>
                  <a:pt x="0" y="247"/>
                </a:lnTo>
                <a:lnTo>
                  <a:pt x="72" y="220"/>
                </a:lnTo>
                <a:lnTo>
                  <a:pt x="615" y="22"/>
                </a:lnTo>
                <a:lnTo>
                  <a:pt x="677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8" name="任意多边形 27"/>
          <p:cNvSpPr/>
          <p:nvPr/>
        </p:nvSpPr>
        <p:spPr>
          <a:xfrm>
            <a:off x="3515995" y="2394585"/>
            <a:ext cx="1790700" cy="246189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334" h="1884">
                <a:moveTo>
                  <a:pt x="0" y="0"/>
                </a:moveTo>
                <a:lnTo>
                  <a:pt x="374" y="0"/>
                </a:lnTo>
                <a:lnTo>
                  <a:pt x="374" y="771"/>
                </a:lnTo>
                <a:lnTo>
                  <a:pt x="960" y="771"/>
                </a:lnTo>
                <a:lnTo>
                  <a:pt x="960" y="0"/>
                </a:lnTo>
                <a:lnTo>
                  <a:pt x="1334" y="0"/>
                </a:lnTo>
                <a:lnTo>
                  <a:pt x="1334" y="1504"/>
                </a:lnTo>
                <a:lnTo>
                  <a:pt x="1118" y="1504"/>
                </a:lnTo>
                <a:lnTo>
                  <a:pt x="1118" y="1703"/>
                </a:lnTo>
                <a:lnTo>
                  <a:pt x="960" y="1703"/>
                </a:lnTo>
                <a:lnTo>
                  <a:pt x="960" y="1113"/>
                </a:lnTo>
                <a:lnTo>
                  <a:pt x="374" y="1113"/>
                </a:lnTo>
                <a:lnTo>
                  <a:pt x="374" y="1884"/>
                </a:lnTo>
                <a:lnTo>
                  <a:pt x="0" y="1884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圆角矩形 3"/>
          <p:cNvSpPr/>
          <p:nvPr/>
        </p:nvSpPr>
        <p:spPr>
          <a:xfrm>
            <a:off x="3343910" y="-407035"/>
            <a:ext cx="7672705" cy="7672705"/>
          </a:xfrm>
          <a:prstGeom prst="roundRect">
            <a:avLst>
              <a:gd name="adj" fmla="val 18841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6" name="任意多边形 125"/>
          <p:cNvSpPr/>
          <p:nvPr/>
        </p:nvSpPr>
        <p:spPr>
          <a:xfrm rot="20400000" flipH="1">
            <a:off x="4613910" y="2399665"/>
            <a:ext cx="6728460" cy="32734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586" h="4308">
                <a:moveTo>
                  <a:pt x="677" y="0"/>
                </a:moveTo>
                <a:lnTo>
                  <a:pt x="3121" y="2811"/>
                </a:lnTo>
                <a:lnTo>
                  <a:pt x="3127" y="2806"/>
                </a:lnTo>
                <a:lnTo>
                  <a:pt x="3287" y="2991"/>
                </a:lnTo>
                <a:lnTo>
                  <a:pt x="3264" y="703"/>
                </a:lnTo>
                <a:lnTo>
                  <a:pt x="3249" y="686"/>
                </a:lnTo>
                <a:lnTo>
                  <a:pt x="3855" y="465"/>
                </a:lnTo>
                <a:lnTo>
                  <a:pt x="4887" y="1653"/>
                </a:lnTo>
                <a:lnTo>
                  <a:pt x="4901" y="1641"/>
                </a:lnTo>
                <a:lnTo>
                  <a:pt x="4922" y="1665"/>
                </a:lnTo>
                <a:lnTo>
                  <a:pt x="4915" y="1647"/>
                </a:lnTo>
                <a:lnTo>
                  <a:pt x="5920" y="1281"/>
                </a:lnTo>
                <a:lnTo>
                  <a:pt x="6147" y="1906"/>
                </a:lnTo>
                <a:lnTo>
                  <a:pt x="6568" y="1753"/>
                </a:lnTo>
                <a:lnTo>
                  <a:pt x="6882" y="1639"/>
                </a:lnTo>
                <a:lnTo>
                  <a:pt x="7053" y="2107"/>
                </a:lnTo>
                <a:lnTo>
                  <a:pt x="7620" y="1900"/>
                </a:lnTo>
                <a:lnTo>
                  <a:pt x="7803" y="2402"/>
                </a:lnTo>
                <a:lnTo>
                  <a:pt x="8483" y="2154"/>
                </a:lnTo>
                <a:lnTo>
                  <a:pt x="8586" y="2436"/>
                </a:lnTo>
                <a:lnTo>
                  <a:pt x="7024" y="3005"/>
                </a:lnTo>
                <a:lnTo>
                  <a:pt x="6921" y="2723"/>
                </a:lnTo>
                <a:lnTo>
                  <a:pt x="6922" y="2722"/>
                </a:lnTo>
                <a:lnTo>
                  <a:pt x="6740" y="2220"/>
                </a:lnTo>
                <a:lnTo>
                  <a:pt x="6739" y="2221"/>
                </a:lnTo>
                <a:lnTo>
                  <a:pt x="6687" y="2078"/>
                </a:lnTo>
                <a:lnTo>
                  <a:pt x="6194" y="2257"/>
                </a:lnTo>
                <a:lnTo>
                  <a:pt x="6155" y="3089"/>
                </a:lnTo>
                <a:lnTo>
                  <a:pt x="6157" y="3091"/>
                </a:lnTo>
                <a:lnTo>
                  <a:pt x="6145" y="3324"/>
                </a:lnTo>
                <a:lnTo>
                  <a:pt x="6144" y="3325"/>
                </a:lnTo>
                <a:lnTo>
                  <a:pt x="5692" y="3489"/>
                </a:lnTo>
                <a:lnTo>
                  <a:pt x="5692" y="3489"/>
                </a:lnTo>
                <a:lnTo>
                  <a:pt x="5540" y="3314"/>
                </a:lnTo>
                <a:lnTo>
                  <a:pt x="5540" y="3313"/>
                </a:lnTo>
                <a:lnTo>
                  <a:pt x="5011" y="2702"/>
                </a:lnTo>
                <a:lnTo>
                  <a:pt x="5008" y="2703"/>
                </a:lnTo>
                <a:lnTo>
                  <a:pt x="4306" y="1895"/>
                </a:lnTo>
                <a:lnTo>
                  <a:pt x="4299" y="1898"/>
                </a:lnTo>
                <a:lnTo>
                  <a:pt x="4067" y="1630"/>
                </a:lnTo>
                <a:lnTo>
                  <a:pt x="4083" y="3173"/>
                </a:lnTo>
                <a:lnTo>
                  <a:pt x="4083" y="4100"/>
                </a:lnTo>
                <a:lnTo>
                  <a:pt x="3514" y="4306"/>
                </a:lnTo>
                <a:lnTo>
                  <a:pt x="3511" y="4308"/>
                </a:lnTo>
                <a:lnTo>
                  <a:pt x="3406" y="4187"/>
                </a:lnTo>
                <a:lnTo>
                  <a:pt x="3406" y="4182"/>
                </a:lnTo>
                <a:lnTo>
                  <a:pt x="1765" y="2286"/>
                </a:lnTo>
                <a:lnTo>
                  <a:pt x="1768" y="2285"/>
                </a:lnTo>
                <a:lnTo>
                  <a:pt x="1751" y="2266"/>
                </a:lnTo>
                <a:lnTo>
                  <a:pt x="1750" y="2267"/>
                </a:lnTo>
                <a:lnTo>
                  <a:pt x="0" y="247"/>
                </a:lnTo>
                <a:lnTo>
                  <a:pt x="72" y="220"/>
                </a:lnTo>
                <a:lnTo>
                  <a:pt x="615" y="22"/>
                </a:lnTo>
                <a:lnTo>
                  <a:pt x="677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8" name="任意多边形 27"/>
          <p:cNvSpPr/>
          <p:nvPr/>
        </p:nvSpPr>
        <p:spPr>
          <a:xfrm>
            <a:off x="3999865" y="2706370"/>
            <a:ext cx="1606550" cy="246189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334" h="1884">
                <a:moveTo>
                  <a:pt x="0" y="0"/>
                </a:moveTo>
                <a:lnTo>
                  <a:pt x="374" y="0"/>
                </a:lnTo>
                <a:lnTo>
                  <a:pt x="374" y="771"/>
                </a:lnTo>
                <a:lnTo>
                  <a:pt x="960" y="771"/>
                </a:lnTo>
                <a:lnTo>
                  <a:pt x="960" y="0"/>
                </a:lnTo>
                <a:lnTo>
                  <a:pt x="1334" y="0"/>
                </a:lnTo>
                <a:lnTo>
                  <a:pt x="1334" y="1504"/>
                </a:lnTo>
                <a:lnTo>
                  <a:pt x="1118" y="1504"/>
                </a:lnTo>
                <a:lnTo>
                  <a:pt x="1118" y="1703"/>
                </a:lnTo>
                <a:lnTo>
                  <a:pt x="960" y="1703"/>
                </a:lnTo>
                <a:lnTo>
                  <a:pt x="960" y="1113"/>
                </a:lnTo>
                <a:lnTo>
                  <a:pt x="374" y="1113"/>
                </a:lnTo>
                <a:lnTo>
                  <a:pt x="374" y="1884"/>
                </a:lnTo>
                <a:lnTo>
                  <a:pt x="0" y="1884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任意多边形 3"/>
          <p:cNvSpPr/>
          <p:nvPr/>
        </p:nvSpPr>
        <p:spPr>
          <a:xfrm>
            <a:off x="3243580" y="472440"/>
            <a:ext cx="6369685" cy="6369685"/>
          </a:xfrm>
          <a:custGeom>
            <a:avLst/>
            <a:gdLst>
              <a:gd name="adj" fmla="val 18841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0031" h="10031">
                <a:moveTo>
                  <a:pt x="429" y="3027"/>
                </a:moveTo>
                <a:lnTo>
                  <a:pt x="429" y="6904"/>
                </a:lnTo>
                <a:lnTo>
                  <a:pt x="1220" y="6904"/>
                </a:lnTo>
                <a:lnTo>
                  <a:pt x="1220" y="5317"/>
                </a:lnTo>
                <a:lnTo>
                  <a:pt x="2458" y="5317"/>
                </a:lnTo>
                <a:lnTo>
                  <a:pt x="2458" y="6532"/>
                </a:lnTo>
                <a:lnTo>
                  <a:pt x="2792" y="6532"/>
                </a:lnTo>
                <a:lnTo>
                  <a:pt x="2792" y="6122"/>
                </a:lnTo>
                <a:lnTo>
                  <a:pt x="3249" y="6122"/>
                </a:lnTo>
                <a:lnTo>
                  <a:pt x="3249" y="3027"/>
                </a:lnTo>
                <a:lnTo>
                  <a:pt x="2458" y="3027"/>
                </a:lnTo>
                <a:lnTo>
                  <a:pt x="2458" y="4614"/>
                </a:lnTo>
                <a:lnTo>
                  <a:pt x="1220" y="4614"/>
                </a:lnTo>
                <a:lnTo>
                  <a:pt x="1220" y="3027"/>
                </a:lnTo>
                <a:lnTo>
                  <a:pt x="429" y="3027"/>
                </a:lnTo>
                <a:close/>
                <a:moveTo>
                  <a:pt x="9093" y="2297"/>
                </a:moveTo>
                <a:lnTo>
                  <a:pt x="9028" y="2298"/>
                </a:lnTo>
                <a:lnTo>
                  <a:pt x="7692" y="5775"/>
                </a:lnTo>
                <a:lnTo>
                  <a:pt x="7685" y="5772"/>
                </a:lnTo>
                <a:lnTo>
                  <a:pt x="7598" y="6001"/>
                </a:lnTo>
                <a:lnTo>
                  <a:pt x="6837" y="3843"/>
                </a:lnTo>
                <a:lnTo>
                  <a:pt x="6845" y="3822"/>
                </a:lnTo>
                <a:lnTo>
                  <a:pt x="6200" y="3822"/>
                </a:lnTo>
                <a:lnTo>
                  <a:pt x="5637" y="5291"/>
                </a:lnTo>
                <a:lnTo>
                  <a:pt x="5620" y="5284"/>
                </a:lnTo>
                <a:lnTo>
                  <a:pt x="5608" y="5314"/>
                </a:lnTo>
                <a:lnTo>
                  <a:pt x="5609" y="5295"/>
                </a:lnTo>
                <a:lnTo>
                  <a:pt x="4539" y="5295"/>
                </a:lnTo>
                <a:lnTo>
                  <a:pt x="4539" y="5960"/>
                </a:lnTo>
                <a:lnTo>
                  <a:pt x="4092" y="5960"/>
                </a:lnTo>
                <a:lnTo>
                  <a:pt x="3757" y="5960"/>
                </a:lnTo>
                <a:lnTo>
                  <a:pt x="3757" y="6458"/>
                </a:lnTo>
                <a:lnTo>
                  <a:pt x="3153" y="6458"/>
                </a:lnTo>
                <a:lnTo>
                  <a:pt x="3153" y="6992"/>
                </a:lnTo>
                <a:lnTo>
                  <a:pt x="2429" y="6991"/>
                </a:lnTo>
                <a:lnTo>
                  <a:pt x="2429" y="7292"/>
                </a:lnTo>
                <a:lnTo>
                  <a:pt x="4091" y="7292"/>
                </a:lnTo>
                <a:lnTo>
                  <a:pt x="4092" y="6992"/>
                </a:lnTo>
                <a:lnTo>
                  <a:pt x="4090" y="6991"/>
                </a:lnTo>
                <a:lnTo>
                  <a:pt x="4090" y="6457"/>
                </a:lnTo>
                <a:lnTo>
                  <a:pt x="4091" y="6458"/>
                </a:lnTo>
                <a:lnTo>
                  <a:pt x="4091" y="6306"/>
                </a:lnTo>
                <a:lnTo>
                  <a:pt x="4615" y="6305"/>
                </a:lnTo>
                <a:lnTo>
                  <a:pt x="4936" y="7074"/>
                </a:lnTo>
                <a:lnTo>
                  <a:pt x="4935" y="7076"/>
                </a:lnTo>
                <a:lnTo>
                  <a:pt x="5026" y="7291"/>
                </a:lnTo>
                <a:lnTo>
                  <a:pt x="5028" y="7292"/>
                </a:lnTo>
                <a:lnTo>
                  <a:pt x="5508" y="7291"/>
                </a:lnTo>
                <a:lnTo>
                  <a:pt x="5591" y="7075"/>
                </a:lnTo>
                <a:lnTo>
                  <a:pt x="5591" y="7074"/>
                </a:lnTo>
                <a:lnTo>
                  <a:pt x="5879" y="6319"/>
                </a:lnTo>
                <a:lnTo>
                  <a:pt x="5882" y="6319"/>
                </a:lnTo>
                <a:lnTo>
                  <a:pt x="6266" y="5320"/>
                </a:lnTo>
                <a:lnTo>
                  <a:pt x="6273" y="5320"/>
                </a:lnTo>
                <a:lnTo>
                  <a:pt x="6400" y="4989"/>
                </a:lnTo>
                <a:lnTo>
                  <a:pt x="6912" y="6444"/>
                </a:lnTo>
                <a:lnTo>
                  <a:pt x="7229" y="7315"/>
                </a:lnTo>
                <a:lnTo>
                  <a:pt x="7834" y="7314"/>
                </a:lnTo>
                <a:lnTo>
                  <a:pt x="7838" y="7315"/>
                </a:lnTo>
                <a:lnTo>
                  <a:pt x="7895" y="7165"/>
                </a:lnTo>
                <a:lnTo>
                  <a:pt x="7893" y="7161"/>
                </a:lnTo>
                <a:lnTo>
                  <a:pt x="8787" y="4818"/>
                </a:lnTo>
                <a:lnTo>
                  <a:pt x="8784" y="4818"/>
                </a:lnTo>
                <a:lnTo>
                  <a:pt x="8793" y="4794"/>
                </a:lnTo>
                <a:lnTo>
                  <a:pt x="8795" y="4795"/>
                </a:lnTo>
                <a:lnTo>
                  <a:pt x="9748" y="2298"/>
                </a:lnTo>
                <a:lnTo>
                  <a:pt x="9671" y="2298"/>
                </a:lnTo>
                <a:lnTo>
                  <a:pt x="9093" y="2297"/>
                </a:lnTo>
                <a:close/>
                <a:moveTo>
                  <a:pt x="1890" y="0"/>
                </a:moveTo>
                <a:lnTo>
                  <a:pt x="8141" y="0"/>
                </a:lnTo>
                <a:cubicBezTo>
                  <a:pt x="9185" y="0"/>
                  <a:pt x="10031" y="846"/>
                  <a:pt x="10031" y="1890"/>
                </a:cubicBezTo>
                <a:lnTo>
                  <a:pt x="10031" y="8141"/>
                </a:lnTo>
                <a:cubicBezTo>
                  <a:pt x="10031" y="9185"/>
                  <a:pt x="9185" y="10031"/>
                  <a:pt x="8141" y="10031"/>
                </a:cubicBezTo>
                <a:lnTo>
                  <a:pt x="1890" y="10031"/>
                </a:lnTo>
                <a:cubicBezTo>
                  <a:pt x="846" y="10031"/>
                  <a:pt x="0" y="9185"/>
                  <a:pt x="0" y="8141"/>
                </a:cubicBezTo>
                <a:lnTo>
                  <a:pt x="0" y="1890"/>
                </a:lnTo>
                <a:cubicBezTo>
                  <a:pt x="0" y="846"/>
                  <a:pt x="846" y="0"/>
                  <a:pt x="1890" y="0"/>
                </a:cubicBezTo>
                <a:close/>
              </a:path>
            </a:pathLst>
          </a:cu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/>
        </p:nvSpPr>
        <p:spPr>
          <a:xfrm>
            <a:off x="4785915" y="1931257"/>
            <a:ext cx="4647743" cy="3186255"/>
          </a:xfrm>
          <a:custGeom>
            <a:avLst/>
            <a:gdLst>
              <a:gd name="adj" fmla="val 18841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319" h="5018">
                <a:moveTo>
                  <a:pt x="6664" y="0"/>
                </a:moveTo>
                <a:lnTo>
                  <a:pt x="7242" y="0"/>
                </a:lnTo>
                <a:lnTo>
                  <a:pt x="7319" y="1"/>
                </a:lnTo>
                <a:lnTo>
                  <a:pt x="6366" y="2498"/>
                </a:lnTo>
                <a:lnTo>
                  <a:pt x="6364" y="2497"/>
                </a:lnTo>
                <a:lnTo>
                  <a:pt x="6355" y="2521"/>
                </a:lnTo>
                <a:lnTo>
                  <a:pt x="6358" y="2521"/>
                </a:lnTo>
                <a:lnTo>
                  <a:pt x="5465" y="4863"/>
                </a:lnTo>
                <a:lnTo>
                  <a:pt x="5466" y="4868"/>
                </a:lnTo>
                <a:lnTo>
                  <a:pt x="5409" y="5018"/>
                </a:lnTo>
                <a:lnTo>
                  <a:pt x="5405" y="5017"/>
                </a:lnTo>
                <a:lnTo>
                  <a:pt x="4800" y="5018"/>
                </a:lnTo>
                <a:lnTo>
                  <a:pt x="4483" y="4147"/>
                </a:lnTo>
                <a:lnTo>
                  <a:pt x="3971" y="2691"/>
                </a:lnTo>
                <a:lnTo>
                  <a:pt x="3844" y="3023"/>
                </a:lnTo>
                <a:lnTo>
                  <a:pt x="3837" y="3022"/>
                </a:lnTo>
                <a:lnTo>
                  <a:pt x="3453" y="4021"/>
                </a:lnTo>
                <a:lnTo>
                  <a:pt x="3450" y="4022"/>
                </a:lnTo>
                <a:lnTo>
                  <a:pt x="3162" y="4777"/>
                </a:lnTo>
                <a:lnTo>
                  <a:pt x="3162" y="4778"/>
                </a:lnTo>
                <a:lnTo>
                  <a:pt x="3079" y="4994"/>
                </a:lnTo>
                <a:lnTo>
                  <a:pt x="2599" y="4994"/>
                </a:lnTo>
                <a:lnTo>
                  <a:pt x="2597" y="4994"/>
                </a:lnTo>
                <a:lnTo>
                  <a:pt x="2506" y="4779"/>
                </a:lnTo>
                <a:lnTo>
                  <a:pt x="2508" y="4776"/>
                </a:lnTo>
                <a:lnTo>
                  <a:pt x="2186" y="4008"/>
                </a:lnTo>
                <a:lnTo>
                  <a:pt x="1662" y="4008"/>
                </a:lnTo>
                <a:lnTo>
                  <a:pt x="1662" y="4161"/>
                </a:lnTo>
                <a:lnTo>
                  <a:pt x="1661" y="4160"/>
                </a:lnTo>
                <a:lnTo>
                  <a:pt x="1661" y="4694"/>
                </a:lnTo>
                <a:lnTo>
                  <a:pt x="1663" y="4695"/>
                </a:lnTo>
                <a:lnTo>
                  <a:pt x="1662" y="4995"/>
                </a:lnTo>
                <a:lnTo>
                  <a:pt x="0" y="4994"/>
                </a:lnTo>
                <a:lnTo>
                  <a:pt x="0" y="4694"/>
                </a:lnTo>
                <a:lnTo>
                  <a:pt x="724" y="4695"/>
                </a:lnTo>
                <a:lnTo>
                  <a:pt x="724" y="4160"/>
                </a:lnTo>
                <a:lnTo>
                  <a:pt x="1328" y="4161"/>
                </a:lnTo>
                <a:lnTo>
                  <a:pt x="1329" y="3663"/>
                </a:lnTo>
                <a:lnTo>
                  <a:pt x="1663" y="3662"/>
                </a:lnTo>
                <a:lnTo>
                  <a:pt x="2111" y="3662"/>
                </a:lnTo>
                <a:lnTo>
                  <a:pt x="2110" y="2997"/>
                </a:lnTo>
                <a:lnTo>
                  <a:pt x="3180" y="2997"/>
                </a:lnTo>
                <a:lnTo>
                  <a:pt x="3179" y="3017"/>
                </a:lnTo>
                <a:lnTo>
                  <a:pt x="3191" y="2987"/>
                </a:lnTo>
                <a:lnTo>
                  <a:pt x="3208" y="2994"/>
                </a:lnTo>
                <a:lnTo>
                  <a:pt x="3771" y="1524"/>
                </a:lnTo>
                <a:lnTo>
                  <a:pt x="4416" y="1525"/>
                </a:lnTo>
                <a:lnTo>
                  <a:pt x="4408" y="1546"/>
                </a:lnTo>
                <a:lnTo>
                  <a:pt x="5169" y="3703"/>
                </a:lnTo>
                <a:lnTo>
                  <a:pt x="5256" y="3475"/>
                </a:lnTo>
                <a:lnTo>
                  <a:pt x="5263" y="3478"/>
                </a:lnTo>
                <a:lnTo>
                  <a:pt x="6599" y="1"/>
                </a:lnTo>
                <a:lnTo>
                  <a:pt x="6664" y="0"/>
                </a:lnTo>
                <a:close/>
              </a:path>
            </a:pathLst>
          </a:cu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/>
        </p:nvSpPr>
        <p:spPr>
          <a:xfrm>
            <a:off x="3515995" y="2394585"/>
            <a:ext cx="1790700" cy="2461895"/>
          </a:xfrm>
          <a:custGeom>
            <a:avLst/>
            <a:gdLst>
              <a:gd name="adj" fmla="val 18841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820" h="3877">
                <a:moveTo>
                  <a:pt x="0" y="0"/>
                </a:moveTo>
                <a:lnTo>
                  <a:pt x="791" y="0"/>
                </a:lnTo>
                <a:lnTo>
                  <a:pt x="791" y="1587"/>
                </a:lnTo>
                <a:lnTo>
                  <a:pt x="2029" y="1587"/>
                </a:lnTo>
                <a:lnTo>
                  <a:pt x="2029" y="0"/>
                </a:lnTo>
                <a:lnTo>
                  <a:pt x="2820" y="0"/>
                </a:lnTo>
                <a:lnTo>
                  <a:pt x="2820" y="3095"/>
                </a:lnTo>
                <a:lnTo>
                  <a:pt x="2363" y="3095"/>
                </a:lnTo>
                <a:lnTo>
                  <a:pt x="2363" y="3505"/>
                </a:lnTo>
                <a:lnTo>
                  <a:pt x="2029" y="3505"/>
                </a:lnTo>
                <a:lnTo>
                  <a:pt x="2029" y="2290"/>
                </a:lnTo>
                <a:lnTo>
                  <a:pt x="791" y="2290"/>
                </a:lnTo>
                <a:lnTo>
                  <a:pt x="791" y="3877"/>
                </a:lnTo>
                <a:lnTo>
                  <a:pt x="0" y="387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任意多边形 3"/>
          <p:cNvSpPr/>
          <p:nvPr/>
        </p:nvSpPr>
        <p:spPr>
          <a:xfrm>
            <a:off x="4100195" y="1626870"/>
            <a:ext cx="853440" cy="853440"/>
          </a:xfrm>
          <a:custGeom>
            <a:avLst/>
            <a:gdLst>
              <a:gd name="adj" fmla="val 18841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0031" h="10031">
                <a:moveTo>
                  <a:pt x="429" y="3027"/>
                </a:moveTo>
                <a:lnTo>
                  <a:pt x="429" y="6904"/>
                </a:lnTo>
                <a:lnTo>
                  <a:pt x="1220" y="6904"/>
                </a:lnTo>
                <a:lnTo>
                  <a:pt x="1220" y="5317"/>
                </a:lnTo>
                <a:lnTo>
                  <a:pt x="2458" y="5317"/>
                </a:lnTo>
                <a:lnTo>
                  <a:pt x="2458" y="6532"/>
                </a:lnTo>
                <a:lnTo>
                  <a:pt x="2792" y="6532"/>
                </a:lnTo>
                <a:lnTo>
                  <a:pt x="2792" y="6122"/>
                </a:lnTo>
                <a:lnTo>
                  <a:pt x="3249" y="6122"/>
                </a:lnTo>
                <a:lnTo>
                  <a:pt x="3249" y="3027"/>
                </a:lnTo>
                <a:lnTo>
                  <a:pt x="2458" y="3027"/>
                </a:lnTo>
                <a:lnTo>
                  <a:pt x="2458" y="4614"/>
                </a:lnTo>
                <a:lnTo>
                  <a:pt x="1220" y="4614"/>
                </a:lnTo>
                <a:lnTo>
                  <a:pt x="1220" y="3027"/>
                </a:lnTo>
                <a:lnTo>
                  <a:pt x="429" y="3027"/>
                </a:lnTo>
                <a:close/>
                <a:moveTo>
                  <a:pt x="9093" y="2297"/>
                </a:moveTo>
                <a:lnTo>
                  <a:pt x="9028" y="2298"/>
                </a:lnTo>
                <a:lnTo>
                  <a:pt x="7692" y="5775"/>
                </a:lnTo>
                <a:lnTo>
                  <a:pt x="7685" y="5772"/>
                </a:lnTo>
                <a:lnTo>
                  <a:pt x="7598" y="6001"/>
                </a:lnTo>
                <a:lnTo>
                  <a:pt x="6837" y="3843"/>
                </a:lnTo>
                <a:lnTo>
                  <a:pt x="6845" y="3822"/>
                </a:lnTo>
                <a:lnTo>
                  <a:pt x="6200" y="3822"/>
                </a:lnTo>
                <a:lnTo>
                  <a:pt x="5637" y="5291"/>
                </a:lnTo>
                <a:lnTo>
                  <a:pt x="5620" y="5284"/>
                </a:lnTo>
                <a:lnTo>
                  <a:pt x="5608" y="5314"/>
                </a:lnTo>
                <a:lnTo>
                  <a:pt x="5609" y="5295"/>
                </a:lnTo>
                <a:lnTo>
                  <a:pt x="4539" y="5295"/>
                </a:lnTo>
                <a:lnTo>
                  <a:pt x="4539" y="5960"/>
                </a:lnTo>
                <a:lnTo>
                  <a:pt x="4092" y="5960"/>
                </a:lnTo>
                <a:lnTo>
                  <a:pt x="3757" y="5960"/>
                </a:lnTo>
                <a:lnTo>
                  <a:pt x="3757" y="6458"/>
                </a:lnTo>
                <a:lnTo>
                  <a:pt x="3153" y="6458"/>
                </a:lnTo>
                <a:lnTo>
                  <a:pt x="3153" y="6992"/>
                </a:lnTo>
                <a:lnTo>
                  <a:pt x="2429" y="6991"/>
                </a:lnTo>
                <a:lnTo>
                  <a:pt x="2429" y="7292"/>
                </a:lnTo>
                <a:lnTo>
                  <a:pt x="4091" y="7292"/>
                </a:lnTo>
                <a:lnTo>
                  <a:pt x="4092" y="6992"/>
                </a:lnTo>
                <a:lnTo>
                  <a:pt x="4090" y="6991"/>
                </a:lnTo>
                <a:lnTo>
                  <a:pt x="4090" y="6457"/>
                </a:lnTo>
                <a:lnTo>
                  <a:pt x="4091" y="6458"/>
                </a:lnTo>
                <a:lnTo>
                  <a:pt x="4091" y="6306"/>
                </a:lnTo>
                <a:lnTo>
                  <a:pt x="4615" y="6305"/>
                </a:lnTo>
                <a:lnTo>
                  <a:pt x="4936" y="7074"/>
                </a:lnTo>
                <a:lnTo>
                  <a:pt x="4935" y="7076"/>
                </a:lnTo>
                <a:lnTo>
                  <a:pt x="5026" y="7291"/>
                </a:lnTo>
                <a:lnTo>
                  <a:pt x="5028" y="7292"/>
                </a:lnTo>
                <a:lnTo>
                  <a:pt x="5508" y="7291"/>
                </a:lnTo>
                <a:lnTo>
                  <a:pt x="5591" y="7075"/>
                </a:lnTo>
                <a:lnTo>
                  <a:pt x="5591" y="7074"/>
                </a:lnTo>
                <a:lnTo>
                  <a:pt x="5879" y="6319"/>
                </a:lnTo>
                <a:lnTo>
                  <a:pt x="5882" y="6319"/>
                </a:lnTo>
                <a:lnTo>
                  <a:pt x="6266" y="5320"/>
                </a:lnTo>
                <a:lnTo>
                  <a:pt x="6273" y="5320"/>
                </a:lnTo>
                <a:lnTo>
                  <a:pt x="6400" y="4989"/>
                </a:lnTo>
                <a:lnTo>
                  <a:pt x="6912" y="6444"/>
                </a:lnTo>
                <a:lnTo>
                  <a:pt x="7229" y="7315"/>
                </a:lnTo>
                <a:lnTo>
                  <a:pt x="7834" y="7314"/>
                </a:lnTo>
                <a:lnTo>
                  <a:pt x="7838" y="7315"/>
                </a:lnTo>
                <a:lnTo>
                  <a:pt x="7895" y="7165"/>
                </a:lnTo>
                <a:lnTo>
                  <a:pt x="7893" y="7161"/>
                </a:lnTo>
                <a:lnTo>
                  <a:pt x="8787" y="4818"/>
                </a:lnTo>
                <a:lnTo>
                  <a:pt x="8784" y="4818"/>
                </a:lnTo>
                <a:lnTo>
                  <a:pt x="8793" y="4794"/>
                </a:lnTo>
                <a:lnTo>
                  <a:pt x="8795" y="4795"/>
                </a:lnTo>
                <a:lnTo>
                  <a:pt x="9748" y="2298"/>
                </a:lnTo>
                <a:lnTo>
                  <a:pt x="9671" y="2298"/>
                </a:lnTo>
                <a:lnTo>
                  <a:pt x="9093" y="2297"/>
                </a:lnTo>
                <a:close/>
                <a:moveTo>
                  <a:pt x="1890" y="0"/>
                </a:moveTo>
                <a:lnTo>
                  <a:pt x="8141" y="0"/>
                </a:lnTo>
                <a:cubicBezTo>
                  <a:pt x="9185" y="0"/>
                  <a:pt x="10031" y="846"/>
                  <a:pt x="10031" y="1890"/>
                </a:cubicBezTo>
                <a:lnTo>
                  <a:pt x="10031" y="8141"/>
                </a:lnTo>
                <a:cubicBezTo>
                  <a:pt x="10031" y="9185"/>
                  <a:pt x="9185" y="10031"/>
                  <a:pt x="8141" y="10031"/>
                </a:cubicBezTo>
                <a:lnTo>
                  <a:pt x="1890" y="10031"/>
                </a:lnTo>
                <a:cubicBezTo>
                  <a:pt x="846" y="10031"/>
                  <a:pt x="0" y="9185"/>
                  <a:pt x="0" y="8141"/>
                </a:cubicBezTo>
                <a:lnTo>
                  <a:pt x="0" y="1890"/>
                </a:lnTo>
                <a:cubicBezTo>
                  <a:pt x="0" y="846"/>
                  <a:pt x="846" y="0"/>
                  <a:pt x="1890" y="0"/>
                </a:cubicBezTo>
                <a:close/>
              </a:path>
            </a:pathLst>
          </a:custGeom>
          <a:solidFill>
            <a:srgbClr val="4F6F3D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9175" y="848995"/>
            <a:ext cx="2952115" cy="30416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任意多边形 5"/>
          <p:cNvSpPr/>
          <p:nvPr/>
        </p:nvSpPr>
        <p:spPr>
          <a:xfrm>
            <a:off x="3222625" y="876300"/>
            <a:ext cx="1215390" cy="1215390"/>
          </a:xfrm>
          <a:custGeom>
            <a:avLst/>
            <a:gdLst>
              <a:gd name="adj" fmla="val 18841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339" h="11339">
                <a:moveTo>
                  <a:pt x="1123" y="3708"/>
                </a:moveTo>
                <a:lnTo>
                  <a:pt x="1123" y="7585"/>
                </a:lnTo>
                <a:lnTo>
                  <a:pt x="1914" y="7585"/>
                </a:lnTo>
                <a:lnTo>
                  <a:pt x="1914" y="5998"/>
                </a:lnTo>
                <a:lnTo>
                  <a:pt x="3152" y="5998"/>
                </a:lnTo>
                <a:lnTo>
                  <a:pt x="3152" y="7213"/>
                </a:lnTo>
                <a:lnTo>
                  <a:pt x="3486" y="7213"/>
                </a:lnTo>
                <a:lnTo>
                  <a:pt x="3486" y="6803"/>
                </a:lnTo>
                <a:lnTo>
                  <a:pt x="3943" y="6803"/>
                </a:lnTo>
                <a:lnTo>
                  <a:pt x="3943" y="3708"/>
                </a:lnTo>
                <a:lnTo>
                  <a:pt x="3152" y="3708"/>
                </a:lnTo>
                <a:lnTo>
                  <a:pt x="3152" y="5295"/>
                </a:lnTo>
                <a:lnTo>
                  <a:pt x="1914" y="5295"/>
                </a:lnTo>
                <a:lnTo>
                  <a:pt x="1914" y="3708"/>
                </a:lnTo>
                <a:lnTo>
                  <a:pt x="1123" y="3708"/>
                </a:lnTo>
                <a:close/>
                <a:moveTo>
                  <a:pt x="9787" y="2978"/>
                </a:moveTo>
                <a:lnTo>
                  <a:pt x="9722" y="2979"/>
                </a:lnTo>
                <a:lnTo>
                  <a:pt x="8386" y="6456"/>
                </a:lnTo>
                <a:lnTo>
                  <a:pt x="8379" y="6453"/>
                </a:lnTo>
                <a:lnTo>
                  <a:pt x="8292" y="6682"/>
                </a:lnTo>
                <a:lnTo>
                  <a:pt x="7531" y="4524"/>
                </a:lnTo>
                <a:lnTo>
                  <a:pt x="7539" y="4503"/>
                </a:lnTo>
                <a:lnTo>
                  <a:pt x="6894" y="4503"/>
                </a:lnTo>
                <a:lnTo>
                  <a:pt x="6331" y="5972"/>
                </a:lnTo>
                <a:lnTo>
                  <a:pt x="6314" y="5965"/>
                </a:lnTo>
                <a:lnTo>
                  <a:pt x="6302" y="5995"/>
                </a:lnTo>
                <a:lnTo>
                  <a:pt x="6303" y="5976"/>
                </a:lnTo>
                <a:lnTo>
                  <a:pt x="5233" y="5976"/>
                </a:lnTo>
                <a:lnTo>
                  <a:pt x="5233" y="6641"/>
                </a:lnTo>
                <a:lnTo>
                  <a:pt x="4786" y="6641"/>
                </a:lnTo>
                <a:lnTo>
                  <a:pt x="4451" y="6641"/>
                </a:lnTo>
                <a:lnTo>
                  <a:pt x="4451" y="7139"/>
                </a:lnTo>
                <a:lnTo>
                  <a:pt x="3847" y="7139"/>
                </a:lnTo>
                <a:lnTo>
                  <a:pt x="3847" y="7673"/>
                </a:lnTo>
                <a:lnTo>
                  <a:pt x="3123" y="7672"/>
                </a:lnTo>
                <a:lnTo>
                  <a:pt x="3123" y="7973"/>
                </a:lnTo>
                <a:lnTo>
                  <a:pt x="4785" y="7973"/>
                </a:lnTo>
                <a:lnTo>
                  <a:pt x="4786" y="7673"/>
                </a:lnTo>
                <a:lnTo>
                  <a:pt x="4784" y="7672"/>
                </a:lnTo>
                <a:lnTo>
                  <a:pt x="4784" y="7138"/>
                </a:lnTo>
                <a:lnTo>
                  <a:pt x="4785" y="7139"/>
                </a:lnTo>
                <a:lnTo>
                  <a:pt x="4785" y="6987"/>
                </a:lnTo>
                <a:lnTo>
                  <a:pt x="5309" y="6986"/>
                </a:lnTo>
                <a:lnTo>
                  <a:pt x="5630" y="7755"/>
                </a:lnTo>
                <a:lnTo>
                  <a:pt x="5629" y="7757"/>
                </a:lnTo>
                <a:lnTo>
                  <a:pt x="5720" y="7972"/>
                </a:lnTo>
                <a:lnTo>
                  <a:pt x="5722" y="7973"/>
                </a:lnTo>
                <a:lnTo>
                  <a:pt x="6202" y="7972"/>
                </a:lnTo>
                <a:lnTo>
                  <a:pt x="6285" y="7756"/>
                </a:lnTo>
                <a:lnTo>
                  <a:pt x="6285" y="7755"/>
                </a:lnTo>
                <a:lnTo>
                  <a:pt x="6573" y="7000"/>
                </a:lnTo>
                <a:lnTo>
                  <a:pt x="6576" y="7000"/>
                </a:lnTo>
                <a:lnTo>
                  <a:pt x="6960" y="6001"/>
                </a:lnTo>
                <a:lnTo>
                  <a:pt x="6967" y="6001"/>
                </a:lnTo>
                <a:lnTo>
                  <a:pt x="7094" y="5670"/>
                </a:lnTo>
                <a:lnTo>
                  <a:pt x="7606" y="7125"/>
                </a:lnTo>
                <a:lnTo>
                  <a:pt x="7923" y="7996"/>
                </a:lnTo>
                <a:lnTo>
                  <a:pt x="8528" y="7995"/>
                </a:lnTo>
                <a:lnTo>
                  <a:pt x="8532" y="7996"/>
                </a:lnTo>
                <a:lnTo>
                  <a:pt x="8589" y="7846"/>
                </a:lnTo>
                <a:lnTo>
                  <a:pt x="8587" y="7842"/>
                </a:lnTo>
                <a:lnTo>
                  <a:pt x="9481" y="5499"/>
                </a:lnTo>
                <a:lnTo>
                  <a:pt x="9478" y="5499"/>
                </a:lnTo>
                <a:lnTo>
                  <a:pt x="9487" y="5475"/>
                </a:lnTo>
                <a:lnTo>
                  <a:pt x="9489" y="5476"/>
                </a:lnTo>
                <a:lnTo>
                  <a:pt x="10442" y="2979"/>
                </a:lnTo>
                <a:lnTo>
                  <a:pt x="10365" y="2979"/>
                </a:lnTo>
                <a:lnTo>
                  <a:pt x="9787" y="2978"/>
                </a:lnTo>
                <a:close/>
                <a:moveTo>
                  <a:pt x="2136" y="0"/>
                </a:moveTo>
                <a:lnTo>
                  <a:pt x="9202" y="0"/>
                </a:lnTo>
                <a:cubicBezTo>
                  <a:pt x="10382" y="0"/>
                  <a:pt x="11339" y="956"/>
                  <a:pt x="11339" y="2136"/>
                </a:cubicBezTo>
                <a:lnTo>
                  <a:pt x="11339" y="9202"/>
                </a:lnTo>
                <a:cubicBezTo>
                  <a:pt x="11339" y="10382"/>
                  <a:pt x="10382" y="11339"/>
                  <a:pt x="9202" y="11339"/>
                </a:cubicBezTo>
                <a:lnTo>
                  <a:pt x="2136" y="11339"/>
                </a:lnTo>
                <a:cubicBezTo>
                  <a:pt x="956" y="11339"/>
                  <a:pt x="0" y="10382"/>
                  <a:pt x="0" y="9202"/>
                </a:cubicBezTo>
                <a:lnTo>
                  <a:pt x="0" y="2136"/>
                </a:lnTo>
                <a:cubicBezTo>
                  <a:pt x="0" y="956"/>
                  <a:pt x="956" y="0"/>
                  <a:pt x="2136" y="0"/>
                </a:cubicBezTo>
                <a:close/>
              </a:path>
            </a:pathLst>
          </a:cu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Mr.He</dc:creator>
  <cp:lastModifiedBy>HeWei</cp:lastModifiedBy>
  <cp:revision>36</cp:revision>
  <dcterms:created xsi:type="dcterms:W3CDTF">2023-08-09T12:44:00Z</dcterms:created>
  <dcterms:modified xsi:type="dcterms:W3CDTF">2026-06-11T10:28:49Z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D360A7C72A6042D59A5F914E5DAD7471_12</vt:lpwstr>
  </property>
</Properties>
</file>